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56" r:id="rId3"/>
    <p:sldId id="301" r:id="rId4"/>
    <p:sldId id="257" r:id="rId5"/>
    <p:sldId id="258" r:id="rId6"/>
    <p:sldId id="300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D59"/>
    <a:srgbClr val="00205F"/>
    <a:srgbClr val="00078A"/>
    <a:srgbClr val="B1B1B8"/>
    <a:srgbClr val="696EFE"/>
    <a:srgbClr val="5E13F9"/>
    <a:srgbClr val="5D13F6"/>
    <a:srgbClr val="1B1B16"/>
    <a:srgbClr val="4F53FE"/>
    <a:srgbClr val="0172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630" dt="2026-09-12T15:25:53.730"/>
    <p1510:client id="{09D37E89-013B-4584-B24D-0CE5F56FB4C4}" v="4083" dt="2026-09-12T15:16:45.865"/>
    <p1510:client id="{192B0535-B44B-2F9A-185E-6561C96584EC}" v="29" dt="2026-09-11T19:54:54.679"/>
    <p1510:client id="{1C409248-78AA-62A8-5C40-47FB2F048184}" v="44" dt="2026-09-12T07:09:30.115"/>
    <p1510:client id="{3AD708FC-0DB9-7C31-84C8-2F062AADE7CA}" v="123" dt="2026-09-11T18:30:08.749"/>
    <p1510:client id="{98FABF1B-6733-9EBA-8DF0-BAE6A3E56A8A}" v="9" dt="2026-09-12T09:55:40.443"/>
    <p1510:client id="{9A63077C-8821-B05A-D966-BBE9EDBECBBF}" v="6" dt="2026-09-12T10:59:28.984"/>
    <p1510:client id="{A05BC83F-4CA7-AFB9-3A8C-B6A812B9788D}" v="4" dt="2026-09-12T13:28:54.287"/>
    <p1510:client id="{B6347D37-ACE2-3663-BC5C-4A7EE2D804D5}" v="68" dt="2026-09-12T09:57:45.698"/>
    <p1510:client id="{D380CAB4-6003-0D44-6BA9-CE2435C8D811}" v="15" dt="2026-09-12T09:38:30.292"/>
    <p1510:client id="{D8286BD1-E08E-EFC0-D09A-F21DC4914787}" v="46" dt="2026-09-12T15:11:58.4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50" d="100"/>
          <a:sy n="150" d="100"/>
        </p:scale>
        <p:origin x="-3955" y="-322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tenantanon#8ba02f42-a433-4ad5-bdab-0103a1bc5fa5::" providerId="AD" clId="Web-{0A58BED0-C4C4-06B7-ECB9-6DB13E8FE473}"/>
    <pc:docChg chg="modSld">
      <pc:chgData name="Guest User" userId="S::urn:spo:tenantanon#8ba02f42-a433-4ad5-bdab-0103a1bc5fa5::" providerId="AD" clId="Web-{0A58BED0-C4C4-06B7-ECB9-6DB13E8FE473}" dt="2026-09-11T13:55:40.191" v="93" actId="20577"/>
      <pc:docMkLst>
        <pc:docMk/>
      </pc:docMkLst>
      <pc:sldChg chg="modSp">
        <pc:chgData name="Guest User" userId="S::urn:spo:tenantanon#8ba02f42-a433-4ad5-bdab-0103a1bc5fa5::" providerId="AD" clId="Web-{0A58BED0-C4C4-06B7-ECB9-6DB13E8FE473}" dt="2026-09-11T13:55:40.191" v="93" actId="20577"/>
        <pc:sldMkLst>
          <pc:docMk/>
          <pc:sldMk cId="0" sldId="281"/>
        </pc:sldMkLst>
        <pc:spChg chg="mod">
          <ac:chgData name="Guest User" userId="S::urn:spo:tenantanon#8ba02f42-a433-4ad5-bdab-0103a1bc5fa5::" providerId="AD" clId="Web-{0A58BED0-C4C4-06B7-ECB9-6DB13E8FE473}" dt="2026-09-11T13:55:40.191" v="93" actId="20577"/>
          <ac:spMkLst>
            <pc:docMk/>
            <pc:sldMk cId="0" sldId="281"/>
            <ac:spMk id="15362" creationId="{00000000-0000-0000-0000-000000000000}"/>
          </ac:spMkLst>
        </pc:spChg>
      </pc:sldChg>
      <pc:sldChg chg="modSp">
        <pc:chgData name="Guest User" userId="S::urn:spo:tenantanon#8ba02f42-a433-4ad5-bdab-0103a1bc5fa5::" providerId="AD" clId="Web-{0A58BED0-C4C4-06B7-ECB9-6DB13E8FE473}" dt="2026-09-11T13:54:26.391" v="37" actId="20577"/>
        <pc:sldMkLst>
          <pc:docMk/>
          <pc:sldMk cId="0" sldId="291"/>
        </pc:sldMkLst>
        <pc:spChg chg="mod">
          <ac:chgData name="Guest User" userId="S::urn:spo:tenantanon#8ba02f42-a433-4ad5-bdab-0103a1bc5fa5::" providerId="AD" clId="Web-{0A58BED0-C4C4-06B7-ECB9-6DB13E8FE473}" dt="2026-09-11T13:54:26.391" v="37" actId="20577"/>
          <ac:spMkLst>
            <pc:docMk/>
            <pc:sldMk cId="0" sldId="291"/>
            <ac:spMk id="10" creationId="{00000000-0000-0000-0000-000000000000}"/>
          </ac:spMkLst>
        </pc:spChg>
      </pc:sldChg>
    </pc:docChg>
  </pc:docChgLst>
  <pc:docChgLst>
    <pc:chgData name="Guest User" userId="S::urn:spo:tenantanon#8ba02f42-a433-4ad5-bdab-0103a1bc5fa5::" providerId="AD" clId="Web-{00000000-0000-0000-0000-000000000000}"/>
    <pc:docChg chg="addSld delSld modSld">
      <pc:chgData name="Guest User" userId="S::urn:spo:tenantanon#8ba02f42-a433-4ad5-bdab-0103a1bc5fa5::" providerId="AD" clId="Web-{00000000-0000-0000-0000-000000000000}" dt="2026-09-12T15:25:53.730" v="543" actId="20577"/>
      <pc:docMkLst>
        <pc:docMk/>
      </pc:docMkLst>
      <pc:sldChg chg="addSp modSp">
        <pc:chgData name="Guest User" userId="S::urn:spo:tenantanon#8ba02f42-a433-4ad5-bdab-0103a1bc5fa5::" providerId="AD" clId="Web-{00000000-0000-0000-0000-000000000000}" dt="2026-09-12T15:25:53.730" v="543" actId="20577"/>
        <pc:sldMkLst>
          <pc:docMk/>
          <pc:sldMk cId="0" sldId="256"/>
        </pc:sldMkLst>
        <pc:spChg chg="mod">
          <ac:chgData name="Guest User" userId="S::urn:spo:tenantanon#8ba02f42-a433-4ad5-bdab-0103a1bc5fa5::" providerId="AD" clId="Web-{00000000-0000-0000-0000-000000000000}" dt="2026-09-12T12:29:45.433" v="447" actId="1076"/>
          <ac:spMkLst>
            <pc:docMk/>
            <pc:sldMk cId="0" sldId="256"/>
            <ac:spMk id="2" creationId="{F5D92AA4-ECB7-8007-6758-F606A38DD290}"/>
          </ac:spMkLst>
        </pc:spChg>
        <pc:spChg chg="mod">
          <ac:chgData name="Guest User" userId="S::urn:spo:tenantanon#8ba02f42-a433-4ad5-bdab-0103a1bc5fa5::" providerId="AD" clId="Web-{00000000-0000-0000-0000-000000000000}" dt="2026-09-12T15:25:53.730" v="543" actId="20577"/>
          <ac:spMkLst>
            <pc:docMk/>
            <pc:sldMk cId="0" sldId="256"/>
            <ac:spMk id="207" creationId="{00000000-0000-0000-0000-000000000000}"/>
          </ac:spMkLst>
        </pc:spChg>
        <pc:spChg chg="mod">
          <ac:chgData name="Guest User" userId="S::urn:spo:tenantanon#8ba02f42-a433-4ad5-bdab-0103a1bc5fa5::" providerId="AD" clId="Web-{00000000-0000-0000-0000-000000000000}" dt="2026-09-12T12:19:11.210" v="328" actId="1076"/>
          <ac:spMkLst>
            <pc:docMk/>
            <pc:sldMk cId="0" sldId="256"/>
            <ac:spMk id="243" creationId="{751ABB33-3CDA-E2D8-DE2D-3ECEE7FCB2A7}"/>
          </ac:spMkLst>
        </pc:spChg>
        <pc:picChg chg="add mod">
          <ac:chgData name="Guest User" userId="S::urn:spo:tenantanon#8ba02f42-a433-4ad5-bdab-0103a1bc5fa5::" providerId="AD" clId="Web-{00000000-0000-0000-0000-000000000000}" dt="2026-09-12T12:19:42.508" v="334" actId="14100"/>
          <ac:picMkLst>
            <pc:docMk/>
            <pc:sldMk cId="0" sldId="256"/>
            <ac:picMk id="4" creationId="{2BB17AC7-6A27-7D25-9B43-8237B932206F}"/>
          </ac:picMkLst>
        </pc:picChg>
        <pc:picChg chg="mod">
          <ac:chgData name="Guest User" userId="S::urn:spo:tenantanon#8ba02f42-a433-4ad5-bdab-0103a1bc5fa5::" providerId="AD" clId="Web-{00000000-0000-0000-0000-000000000000}" dt="2026-09-12T13:00:54.560" v="529" actId="14100"/>
          <ac:picMkLst>
            <pc:docMk/>
            <pc:sldMk cId="0" sldId="256"/>
            <ac:picMk id="244" creationId="{32D4BC28-9A54-2572-75CA-C6425E259856}"/>
          </ac:picMkLst>
        </pc:picChg>
      </pc:sldChg>
      <pc:sldChg chg="addSp delSp modSp add">
        <pc:chgData name="Guest User" userId="S::urn:spo:tenantanon#8ba02f42-a433-4ad5-bdab-0103a1bc5fa5::" providerId="AD" clId="Web-{00000000-0000-0000-0000-000000000000}" dt="2026-09-12T12:29:53.543" v="454"/>
        <pc:sldMkLst>
          <pc:docMk/>
          <pc:sldMk cId="0" sldId="257"/>
        </pc:sldMkLst>
        <pc:spChg chg="mod">
          <ac:chgData name="Guest User" userId="S::urn:spo:tenantanon#8ba02f42-a433-4ad5-bdab-0103a1bc5fa5::" providerId="AD" clId="Web-{00000000-0000-0000-0000-000000000000}" dt="2026-09-12T12:04:09.902" v="310" actId="14100"/>
          <ac:spMkLst>
            <pc:docMk/>
            <pc:sldMk cId="0" sldId="257"/>
            <ac:spMk id="8" creationId="{00000000-0000-0000-0000-000000000000}"/>
          </ac:spMkLst>
        </pc:spChg>
        <pc:spChg chg="mod">
          <ac:chgData name="Guest User" userId="S::urn:spo:tenantanon#8ba02f42-a433-4ad5-bdab-0103a1bc5fa5::" providerId="AD" clId="Web-{00000000-0000-0000-0000-000000000000}" dt="2026-09-12T12:03:59.042" v="308" actId="14100"/>
          <ac:spMkLst>
            <pc:docMk/>
            <pc:sldMk cId="0" sldId="257"/>
            <ac:spMk id="11" creationId="{00000000-0000-0000-0000-000000000000}"/>
          </ac:spMkLst>
        </pc:spChg>
        <pc:spChg chg="mod">
          <ac:chgData name="Guest User" userId="S::urn:spo:tenantanon#8ba02f42-a433-4ad5-bdab-0103a1bc5fa5::" providerId="AD" clId="Web-{00000000-0000-0000-0000-000000000000}" dt="2026-09-12T12:03:46.354" v="305" actId="14100"/>
          <ac:spMkLst>
            <pc:docMk/>
            <pc:sldMk cId="0" sldId="257"/>
            <ac:spMk id="14" creationId="{00000000-0000-0000-0000-000000000000}"/>
          </ac:spMkLst>
        </pc:spChg>
        <pc:spChg chg="mod">
          <ac:chgData name="Guest User" userId="S::urn:spo:tenantanon#8ba02f42-a433-4ad5-bdab-0103a1bc5fa5::" providerId="AD" clId="Web-{00000000-0000-0000-0000-000000000000}" dt="2026-09-12T12:03:30.572" v="303" actId="20577"/>
          <ac:spMkLst>
            <pc:docMk/>
            <pc:sldMk cId="0" sldId="257"/>
            <ac:spMk id="29" creationId="{00000000-0000-0000-0000-000000000000}"/>
          </ac:spMkLst>
        </pc:spChg>
        <pc:spChg chg="mod">
          <ac:chgData name="Guest User" userId="S::urn:spo:tenantanon#8ba02f42-a433-4ad5-bdab-0103a1bc5fa5::" providerId="AD" clId="Web-{00000000-0000-0000-0000-000000000000}" dt="2026-09-12T12:03:24.041" v="302" actId="20577"/>
          <ac:spMkLst>
            <pc:docMk/>
            <pc:sldMk cId="0" sldId="257"/>
            <ac:spMk id="30" creationId="{00000000-0000-0000-0000-000000000000}"/>
          </ac:spMkLst>
        </pc:spChg>
        <pc:spChg chg="mod">
          <ac:chgData name="Guest User" userId="S::urn:spo:tenantanon#8ba02f42-a433-4ad5-bdab-0103a1bc5fa5::" providerId="AD" clId="Web-{00000000-0000-0000-0000-000000000000}" dt="2026-09-12T12:02:28.226" v="301" actId="20577"/>
          <ac:spMkLst>
            <pc:docMk/>
            <pc:sldMk cId="0" sldId="257"/>
            <ac:spMk id="33" creationId="{00000000-0000-0000-0000-000000000000}"/>
          </ac:spMkLst>
        </pc:spChg>
        <pc:spChg chg="mod">
          <ac:chgData name="Guest User" userId="S::urn:spo:tenantanon#8ba02f42-a433-4ad5-bdab-0103a1bc5fa5::" providerId="AD" clId="Web-{00000000-0000-0000-0000-000000000000}" dt="2026-09-12T12:02:18.929" v="300" actId="20577"/>
          <ac:spMkLst>
            <pc:docMk/>
            <pc:sldMk cId="0" sldId="257"/>
            <ac:spMk id="34" creationId="{00000000-0000-0000-0000-000000000000}"/>
          </ac:spMkLst>
        </pc:spChg>
        <pc:spChg chg="mod">
          <ac:chgData name="Guest User" userId="S::urn:spo:tenantanon#8ba02f42-a433-4ad5-bdab-0103a1bc5fa5::" providerId="AD" clId="Web-{00000000-0000-0000-0000-000000000000}" dt="2026-09-12T12:02:13.507" v="299" actId="20577"/>
          <ac:spMkLst>
            <pc:docMk/>
            <pc:sldMk cId="0" sldId="257"/>
            <ac:spMk id="37" creationId="{00000000-0000-0000-0000-000000000000}"/>
          </ac:spMkLst>
        </pc:spChg>
        <pc:spChg chg="mod">
          <ac:chgData name="Guest User" userId="S::urn:spo:tenantanon#8ba02f42-a433-4ad5-bdab-0103a1bc5fa5::" providerId="AD" clId="Web-{00000000-0000-0000-0000-000000000000}" dt="2026-09-12T12:02:10.069" v="298" actId="20577"/>
          <ac:spMkLst>
            <pc:docMk/>
            <pc:sldMk cId="0" sldId="257"/>
            <ac:spMk id="38" creationId="{00000000-0000-0000-0000-000000000000}"/>
          </ac:spMkLst>
        </pc:spChg>
        <pc:spChg chg="mod">
          <ac:chgData name="Guest User" userId="S::urn:spo:tenantanon#8ba02f42-a433-4ad5-bdab-0103a1bc5fa5::" providerId="AD" clId="Web-{00000000-0000-0000-0000-000000000000}" dt="2026-09-12T12:01:58.584" v="296" actId="20577"/>
          <ac:spMkLst>
            <pc:docMk/>
            <pc:sldMk cId="0" sldId="257"/>
            <ac:spMk id="41" creationId="{00000000-0000-0000-0000-000000000000}"/>
          </ac:spMkLst>
        </pc:spChg>
        <pc:spChg chg="mod">
          <ac:chgData name="Guest User" userId="S::urn:spo:tenantanon#8ba02f42-a433-4ad5-bdab-0103a1bc5fa5::" providerId="AD" clId="Web-{00000000-0000-0000-0000-000000000000}" dt="2026-09-12T12:01:54.412" v="295" actId="14100"/>
          <ac:spMkLst>
            <pc:docMk/>
            <pc:sldMk cId="0" sldId="257"/>
            <ac:spMk id="42" creationId="{00000000-0000-0000-0000-000000000000}"/>
          </ac:spMkLst>
        </pc:spChg>
        <pc:spChg chg="mod">
          <ac:chgData name="Guest User" userId="S::urn:spo:tenantanon#8ba02f42-a433-4ad5-bdab-0103a1bc5fa5::" providerId="AD" clId="Web-{00000000-0000-0000-0000-000000000000}" dt="2026-09-12T12:00:35.191" v="283" actId="20577"/>
          <ac:spMkLst>
            <pc:docMk/>
            <pc:sldMk cId="0" sldId="257"/>
            <ac:spMk id="48" creationId="{00000000-0000-0000-0000-000000000000}"/>
          </ac:spMkLst>
        </pc:spChg>
        <pc:spChg chg="mod">
          <ac:chgData name="Guest User" userId="S::urn:spo:tenantanon#8ba02f42-a433-4ad5-bdab-0103a1bc5fa5::" providerId="AD" clId="Web-{00000000-0000-0000-0000-000000000000}" dt="2026-09-12T12:00:31.206" v="282" actId="20577"/>
          <ac:spMkLst>
            <pc:docMk/>
            <pc:sldMk cId="0" sldId="257"/>
            <ac:spMk id="49" creationId="{00000000-0000-0000-0000-000000000000}"/>
          </ac:spMkLst>
        </pc:spChg>
        <pc:spChg chg="mod">
          <ac:chgData name="Guest User" userId="S::urn:spo:tenantanon#8ba02f42-a433-4ad5-bdab-0103a1bc5fa5::" providerId="AD" clId="Web-{00000000-0000-0000-0000-000000000000}" dt="2026-09-12T12:01:25.349" v="291" actId="14100"/>
          <ac:spMkLst>
            <pc:docMk/>
            <pc:sldMk cId="0" sldId="257"/>
            <ac:spMk id="50" creationId="{00000000-0000-0000-0000-000000000000}"/>
          </ac:spMkLst>
        </pc:spChg>
        <pc:spChg chg="mod">
          <ac:chgData name="Guest User" userId="S::urn:spo:tenantanon#8ba02f42-a433-4ad5-bdab-0103a1bc5fa5::" providerId="AD" clId="Web-{00000000-0000-0000-0000-000000000000}" dt="2026-09-12T12:01:42.756" v="293" actId="20577"/>
          <ac:spMkLst>
            <pc:docMk/>
            <pc:sldMk cId="0" sldId="257"/>
            <ac:spMk id="54" creationId="{00000000-0000-0000-0000-000000000000}"/>
          </ac:spMkLst>
        </pc:spChg>
        <pc:spChg chg="mod">
          <ac:chgData name="Guest User" userId="S::urn:spo:tenantanon#8ba02f42-a433-4ad5-bdab-0103a1bc5fa5::" providerId="AD" clId="Web-{00000000-0000-0000-0000-000000000000}" dt="2026-09-12T12:01:37.146" v="292" actId="20577"/>
          <ac:spMkLst>
            <pc:docMk/>
            <pc:sldMk cId="0" sldId="257"/>
            <ac:spMk id="55" creationId="{00000000-0000-0000-0000-000000000000}"/>
          </ac:spMkLst>
        </pc:spChg>
        <pc:spChg chg="mod">
          <ac:chgData name="Guest User" userId="S::urn:spo:tenantanon#8ba02f42-a433-4ad5-bdab-0103a1bc5fa5::" providerId="AD" clId="Web-{00000000-0000-0000-0000-000000000000}" dt="2026-09-12T12:01:08.442" v="289" actId="20577"/>
          <ac:spMkLst>
            <pc:docMk/>
            <pc:sldMk cId="0" sldId="257"/>
            <ac:spMk id="56" creationId="{00000000-0000-0000-0000-000000000000}"/>
          </ac:spMkLst>
        </pc:spChg>
        <pc:spChg chg="mod">
          <ac:chgData name="Guest User" userId="S::urn:spo:tenantanon#8ba02f42-a433-4ad5-bdab-0103a1bc5fa5::" providerId="AD" clId="Web-{00000000-0000-0000-0000-000000000000}" dt="2026-09-12T11:59:50.173" v="279" actId="20577"/>
          <ac:spMkLst>
            <pc:docMk/>
            <pc:sldMk cId="0" sldId="257"/>
            <ac:spMk id="59" creationId="{00000000-0000-0000-0000-000000000000}"/>
          </ac:spMkLst>
        </pc:spChg>
        <pc:spChg chg="mod">
          <ac:chgData name="Guest User" userId="S::urn:spo:tenantanon#8ba02f42-a433-4ad5-bdab-0103a1bc5fa5::" providerId="AD" clId="Web-{00000000-0000-0000-0000-000000000000}" dt="2026-09-12T12:00:56.176" v="286" actId="20577"/>
          <ac:spMkLst>
            <pc:docMk/>
            <pc:sldMk cId="0" sldId="257"/>
            <ac:spMk id="60" creationId="{00000000-0000-0000-0000-000000000000}"/>
          </ac:spMkLst>
        </pc:spChg>
        <pc:spChg chg="mod">
          <ac:chgData name="Guest User" userId="S::urn:spo:tenantanon#8ba02f42-a433-4ad5-bdab-0103a1bc5fa5::" providerId="AD" clId="Web-{00000000-0000-0000-0000-000000000000}" dt="2026-09-12T11:59:38.407" v="278" actId="20577"/>
          <ac:spMkLst>
            <pc:docMk/>
            <pc:sldMk cId="0" sldId="257"/>
            <ac:spMk id="63" creationId="{00000000-0000-0000-0000-000000000000}"/>
          </ac:spMkLst>
        </pc:spChg>
        <pc:spChg chg="mod">
          <ac:chgData name="Guest User" userId="S::urn:spo:tenantanon#8ba02f42-a433-4ad5-bdab-0103a1bc5fa5::" providerId="AD" clId="Web-{00000000-0000-0000-0000-000000000000}" dt="2026-09-12T12:01:04.035" v="288" actId="14100"/>
          <ac:spMkLst>
            <pc:docMk/>
            <pc:sldMk cId="0" sldId="257"/>
            <ac:spMk id="64" creationId="{00000000-0000-0000-0000-000000000000}"/>
          </ac:spMkLst>
        </pc:spChg>
        <pc:spChg chg="mod">
          <ac:chgData name="Guest User" userId="S::urn:spo:tenantanon#8ba02f42-a433-4ad5-bdab-0103a1bc5fa5::" providerId="AD" clId="Web-{00000000-0000-0000-0000-000000000000}" dt="2026-09-12T12:05:01.435" v="316" actId="14100"/>
          <ac:spMkLst>
            <pc:docMk/>
            <pc:sldMk cId="0" sldId="257"/>
            <ac:spMk id="76" creationId="{00000000-0000-0000-0000-000000000000}"/>
          </ac:spMkLst>
        </pc:spChg>
        <pc:spChg chg="mod">
          <ac:chgData name="Guest User" userId="S::urn:spo:tenantanon#8ba02f42-a433-4ad5-bdab-0103a1bc5fa5::" providerId="AD" clId="Web-{00000000-0000-0000-0000-000000000000}" dt="2026-09-12T12:04:39.388" v="314" actId="14100"/>
          <ac:spMkLst>
            <pc:docMk/>
            <pc:sldMk cId="0" sldId="257"/>
            <ac:spMk id="77" creationId="{00000000-0000-0000-0000-000000000000}"/>
          </ac:spMkLst>
        </pc:spChg>
        <pc:spChg chg="mod">
          <ac:chgData name="Guest User" userId="S::urn:spo:tenantanon#8ba02f42-a433-4ad5-bdab-0103a1bc5fa5::" providerId="AD" clId="Web-{00000000-0000-0000-0000-000000000000}" dt="2026-09-12T12:04:23.824" v="312" actId="14100"/>
          <ac:spMkLst>
            <pc:docMk/>
            <pc:sldMk cId="0" sldId="257"/>
            <ac:spMk id="78" creationId="{00000000-0000-0000-0000-000000000000}"/>
          </ac:spMkLst>
        </pc:spChg>
        <pc:spChg chg="mod">
          <ac:chgData name="Guest User" userId="S::urn:spo:tenantanon#8ba02f42-a433-4ad5-bdab-0103a1bc5fa5::" providerId="AD" clId="Web-{00000000-0000-0000-0000-000000000000}" dt="2026-09-12T11:58:33.030" v="273" actId="20577"/>
          <ac:spMkLst>
            <pc:docMk/>
            <pc:sldMk cId="0" sldId="257"/>
            <ac:spMk id="81" creationId="{00000000-0000-0000-0000-000000000000}"/>
          </ac:spMkLst>
        </pc:spChg>
        <pc:spChg chg="mod">
          <ac:chgData name="Guest User" userId="S::urn:spo:tenantanon#8ba02f42-a433-4ad5-bdab-0103a1bc5fa5::" providerId="AD" clId="Web-{00000000-0000-0000-0000-000000000000}" dt="2026-09-12T11:58:09.638" v="270" actId="20577"/>
          <ac:spMkLst>
            <pc:docMk/>
            <pc:sldMk cId="0" sldId="257"/>
            <ac:spMk id="82" creationId="{00000000-0000-0000-0000-000000000000}"/>
          </ac:spMkLst>
        </pc:spChg>
        <pc:spChg chg="mod">
          <ac:chgData name="Guest User" userId="S::urn:spo:tenantanon#8ba02f42-a433-4ad5-bdab-0103a1bc5fa5::" providerId="AD" clId="Web-{00000000-0000-0000-0000-000000000000}" dt="2026-09-12T11:58:01.872" v="269" actId="20577"/>
          <ac:spMkLst>
            <pc:docMk/>
            <pc:sldMk cId="0" sldId="257"/>
            <ac:spMk id="86" creationId="{00000000-0000-0000-0000-000000000000}"/>
          </ac:spMkLst>
        </pc:spChg>
        <pc:spChg chg="mod">
          <ac:chgData name="Guest User" userId="S::urn:spo:tenantanon#8ba02f42-a433-4ad5-bdab-0103a1bc5fa5::" providerId="AD" clId="Web-{00000000-0000-0000-0000-000000000000}" dt="2026-09-12T11:57:10.073" v="264" actId="14100"/>
          <ac:spMkLst>
            <pc:docMk/>
            <pc:sldMk cId="0" sldId="257"/>
            <ac:spMk id="87" creationId="{00000000-0000-0000-0000-000000000000}"/>
          </ac:spMkLst>
        </pc:spChg>
        <pc:spChg chg="mod">
          <ac:chgData name="Guest User" userId="S::urn:spo:tenantanon#8ba02f42-a433-4ad5-bdab-0103a1bc5fa5::" providerId="AD" clId="Web-{00000000-0000-0000-0000-000000000000}" dt="2026-09-12T11:57:32.762" v="266" actId="14100"/>
          <ac:spMkLst>
            <pc:docMk/>
            <pc:sldMk cId="0" sldId="257"/>
            <ac:spMk id="90" creationId="{00000000-0000-0000-0000-000000000000}"/>
          </ac:spMkLst>
        </pc:spChg>
        <pc:spChg chg="mod">
          <ac:chgData name="Guest User" userId="S::urn:spo:tenantanon#8ba02f42-a433-4ad5-bdab-0103a1bc5fa5::" providerId="AD" clId="Web-{00000000-0000-0000-0000-000000000000}" dt="2026-09-12T11:56:50.104" v="262" actId="20577"/>
          <ac:spMkLst>
            <pc:docMk/>
            <pc:sldMk cId="0" sldId="257"/>
            <ac:spMk id="91" creationId="{00000000-0000-0000-0000-000000000000}"/>
          </ac:spMkLst>
        </pc:spChg>
        <pc:spChg chg="mod">
          <ac:chgData name="Guest User" userId="S::urn:spo:tenantanon#8ba02f42-a433-4ad5-bdab-0103a1bc5fa5::" providerId="AD" clId="Web-{00000000-0000-0000-0000-000000000000}" dt="2026-09-12T11:51:45.670" v="240" actId="14100"/>
          <ac:spMkLst>
            <pc:docMk/>
            <pc:sldMk cId="0" sldId="257"/>
            <ac:spMk id="99" creationId="{00000000-0000-0000-0000-000000000000}"/>
          </ac:spMkLst>
        </pc:spChg>
        <pc:spChg chg="mod">
          <ac:chgData name="Guest User" userId="S::urn:spo:tenantanon#8ba02f42-a433-4ad5-bdab-0103a1bc5fa5::" providerId="AD" clId="Web-{00000000-0000-0000-0000-000000000000}" dt="2026-09-12T11:51:29.404" v="238" actId="14100"/>
          <ac:spMkLst>
            <pc:docMk/>
            <pc:sldMk cId="0" sldId="257"/>
            <ac:spMk id="100" creationId="{00000000-0000-0000-0000-000000000000}"/>
          </ac:spMkLst>
        </pc:spChg>
        <pc:spChg chg="mod">
          <ac:chgData name="Guest User" userId="S::urn:spo:tenantanon#8ba02f42-a433-4ad5-bdab-0103a1bc5fa5::" providerId="AD" clId="Web-{00000000-0000-0000-0000-000000000000}" dt="2026-09-12T11:56:32.150" v="260" actId="20577"/>
          <ac:spMkLst>
            <pc:docMk/>
            <pc:sldMk cId="0" sldId="257"/>
            <ac:spMk id="107" creationId="{00000000-0000-0000-0000-000000000000}"/>
          </ac:spMkLst>
        </pc:spChg>
        <pc:spChg chg="mod">
          <ac:chgData name="Guest User" userId="S::urn:spo:tenantanon#8ba02f42-a433-4ad5-bdab-0103a1bc5fa5::" providerId="AD" clId="Web-{00000000-0000-0000-0000-000000000000}" dt="2026-09-12T11:56:41.619" v="261" actId="20577"/>
          <ac:spMkLst>
            <pc:docMk/>
            <pc:sldMk cId="0" sldId="257"/>
            <ac:spMk id="109" creationId="{00000000-0000-0000-0000-000000000000}"/>
          </ac:spMkLst>
        </pc:spChg>
        <pc:spChg chg="mod">
          <ac:chgData name="Guest User" userId="S::urn:spo:tenantanon#8ba02f42-a433-4ad5-bdab-0103a1bc5fa5::" providerId="AD" clId="Web-{00000000-0000-0000-0000-000000000000}" dt="2026-09-12T11:56:18.025" v="259" actId="20577"/>
          <ac:spMkLst>
            <pc:docMk/>
            <pc:sldMk cId="0" sldId="257"/>
            <ac:spMk id="110" creationId="{00000000-0000-0000-0000-000000000000}"/>
          </ac:spMkLst>
        </pc:spChg>
        <pc:spChg chg="mod">
          <ac:chgData name="Guest User" userId="S::urn:spo:tenantanon#8ba02f42-a433-4ad5-bdab-0103a1bc5fa5::" providerId="AD" clId="Web-{00000000-0000-0000-0000-000000000000}" dt="2026-09-12T11:55:41.211" v="256" actId="1076"/>
          <ac:spMkLst>
            <pc:docMk/>
            <pc:sldMk cId="0" sldId="257"/>
            <ac:spMk id="119" creationId="{00000000-0000-0000-0000-000000000000}"/>
          </ac:spMkLst>
        </pc:spChg>
        <pc:spChg chg="mod">
          <ac:chgData name="Guest User" userId="S::urn:spo:tenantanon#8ba02f42-a433-4ad5-bdab-0103a1bc5fa5::" providerId="AD" clId="Web-{00000000-0000-0000-0000-000000000000}" dt="2026-09-12T11:55:58.586" v="258" actId="1076"/>
          <ac:spMkLst>
            <pc:docMk/>
            <pc:sldMk cId="0" sldId="257"/>
            <ac:spMk id="120" creationId="{00000000-0000-0000-0000-000000000000}"/>
          </ac:spMkLst>
        </pc:spChg>
        <pc:spChg chg="mod">
          <ac:chgData name="Guest User" userId="S::urn:spo:tenantanon#8ba02f42-a433-4ad5-bdab-0103a1bc5fa5::" providerId="AD" clId="Web-{00000000-0000-0000-0000-000000000000}" dt="2026-09-12T11:54:58.865" v="252" actId="1076"/>
          <ac:spMkLst>
            <pc:docMk/>
            <pc:sldMk cId="0" sldId="257"/>
            <ac:spMk id="121" creationId="{00000000-0000-0000-0000-000000000000}"/>
          </ac:spMkLst>
        </pc:spChg>
        <pc:spChg chg="mod">
          <ac:chgData name="Guest User" userId="S::urn:spo:tenantanon#8ba02f42-a433-4ad5-bdab-0103a1bc5fa5::" providerId="AD" clId="Web-{00000000-0000-0000-0000-000000000000}" dt="2026-09-12T11:59:04.359" v="276" actId="1076"/>
          <ac:spMkLst>
            <pc:docMk/>
            <pc:sldMk cId="0" sldId="257"/>
            <ac:spMk id="142" creationId="{00000000-0000-0000-0000-000000000000}"/>
          </ac:spMkLst>
        </pc:spChg>
        <pc:spChg chg="del mod">
          <ac:chgData name="Guest User" userId="S::urn:spo:tenantanon#8ba02f42-a433-4ad5-bdab-0103a1bc5fa5::" providerId="AD" clId="Web-{00000000-0000-0000-0000-000000000000}" dt="2026-09-12T11:50:55.528" v="234"/>
          <ac:spMkLst>
            <pc:docMk/>
            <pc:sldMk cId="0" sldId="257"/>
            <ac:spMk id="144" creationId="{00000000-0000-0000-0000-000000000000}"/>
          </ac:spMkLst>
        </pc:spChg>
        <pc:spChg chg="del mod">
          <ac:chgData name="Guest User" userId="S::urn:spo:tenantanon#8ba02f42-a433-4ad5-bdab-0103a1bc5fa5::" providerId="AD" clId="Web-{00000000-0000-0000-0000-000000000000}" dt="2026-09-12T10:02:24.962" v="94"/>
          <ac:spMkLst>
            <pc:docMk/>
            <pc:sldMk cId="0" sldId="257"/>
            <ac:spMk id="145" creationId="{00000000-0000-0000-0000-000000000000}"/>
          </ac:spMkLst>
        </pc:spChg>
        <pc:spChg chg="mod">
          <ac:chgData name="Guest User" userId="S::urn:spo:tenantanon#8ba02f42-a433-4ad5-bdab-0103a1bc5fa5::" providerId="AD" clId="Web-{00000000-0000-0000-0000-000000000000}" dt="2026-09-12T11:51:59.812" v="243" actId="20577"/>
          <ac:spMkLst>
            <pc:docMk/>
            <pc:sldMk cId="0" sldId="257"/>
            <ac:spMk id="151" creationId="{00000000-0000-0000-0000-000000000000}"/>
          </ac:spMkLst>
        </pc:spChg>
        <pc:spChg chg="mod">
          <ac:chgData name="Guest User" userId="S::urn:spo:tenantanon#8ba02f42-a433-4ad5-bdab-0103a1bc5fa5::" providerId="AD" clId="Web-{00000000-0000-0000-0000-000000000000}" dt="2026-09-12T11:47:57.767" v="214" actId="20577"/>
          <ac:spMkLst>
            <pc:docMk/>
            <pc:sldMk cId="0" sldId="257"/>
            <ac:spMk id="152" creationId="{00000000-0000-0000-0000-000000000000}"/>
          </ac:spMkLst>
        </pc:spChg>
        <pc:spChg chg="mod">
          <ac:chgData name="Guest User" userId="S::urn:spo:tenantanon#8ba02f42-a433-4ad5-bdab-0103a1bc5fa5::" providerId="AD" clId="Web-{00000000-0000-0000-0000-000000000000}" dt="2026-09-12T11:44:22.572" v="175" actId="20577"/>
          <ac:spMkLst>
            <pc:docMk/>
            <pc:sldMk cId="0" sldId="257"/>
            <ac:spMk id="161" creationId="{00000000-0000-0000-0000-000000000000}"/>
          </ac:spMkLst>
        </pc:spChg>
        <pc:spChg chg="del">
          <ac:chgData name="Guest User" userId="S::urn:spo:tenantanon#8ba02f42-a433-4ad5-bdab-0103a1bc5fa5::" providerId="AD" clId="Web-{00000000-0000-0000-0000-000000000000}" dt="2026-09-12T11:44:17.212" v="172"/>
          <ac:spMkLst>
            <pc:docMk/>
            <pc:sldMk cId="0" sldId="257"/>
            <ac:spMk id="163" creationId="{00000000-0000-0000-0000-000000000000}"/>
          </ac:spMkLst>
        </pc:spChg>
        <pc:spChg chg="mod">
          <ac:chgData name="Guest User" userId="S::urn:spo:tenantanon#8ba02f42-a433-4ad5-bdab-0103a1bc5fa5::" providerId="AD" clId="Web-{00000000-0000-0000-0000-000000000000}" dt="2026-09-12T10:15:33.358" v="108" actId="1076"/>
          <ac:spMkLst>
            <pc:docMk/>
            <pc:sldMk cId="0" sldId="257"/>
            <ac:spMk id="169" creationId="{E00509D4-559D-E18E-BA26-122F8B01AF39}"/>
          </ac:spMkLst>
        </pc:spChg>
        <pc:spChg chg="mod">
          <ac:chgData name="Guest User" userId="S::urn:spo:tenantanon#8ba02f42-a433-4ad5-bdab-0103a1bc5fa5::" providerId="AD" clId="Web-{00000000-0000-0000-0000-000000000000}" dt="2026-09-12T10:17:50.004" v="110" actId="20577"/>
          <ac:spMkLst>
            <pc:docMk/>
            <pc:sldMk cId="0" sldId="257"/>
            <ac:spMk id="170" creationId="{81EC6208-BFFC-2E6B-0176-29324B4EA824}"/>
          </ac:spMkLst>
        </pc:spChg>
        <pc:spChg chg="del">
          <ac:chgData name="Guest User" userId="S::urn:spo:tenantanon#8ba02f42-a433-4ad5-bdab-0103a1bc5fa5::" providerId="AD" clId="Web-{00000000-0000-0000-0000-000000000000}" dt="2026-09-12T11:44:08.071" v="169"/>
          <ac:spMkLst>
            <pc:docMk/>
            <pc:sldMk cId="0" sldId="257"/>
            <ac:spMk id="172" creationId="{00000000-0000-0000-0000-000000000000}"/>
          </ac:spMkLst>
        </pc:spChg>
        <pc:spChg chg="mod">
          <ac:chgData name="Guest User" userId="S::urn:spo:tenantanon#8ba02f42-a433-4ad5-bdab-0103a1bc5fa5::" providerId="AD" clId="Web-{00000000-0000-0000-0000-000000000000}" dt="2026-09-12T10:15:24.717" v="107" actId="1076"/>
          <ac:spMkLst>
            <pc:docMk/>
            <pc:sldMk cId="0" sldId="257"/>
            <ac:spMk id="172" creationId="{926023EF-3603-79CA-7724-A28374A71322}"/>
          </ac:spMkLst>
        </pc:spChg>
        <pc:spChg chg="del">
          <ac:chgData name="Guest User" userId="S::urn:spo:tenantanon#8ba02f42-a433-4ad5-bdab-0103a1bc5fa5::" providerId="AD" clId="Web-{00000000-0000-0000-0000-000000000000}" dt="2026-09-12T11:44:13.618" v="170"/>
          <ac:spMkLst>
            <pc:docMk/>
            <pc:sldMk cId="0" sldId="257"/>
            <ac:spMk id="173" creationId="{00000000-0000-0000-0000-000000000000}"/>
          </ac:spMkLst>
        </pc:spChg>
        <pc:spChg chg="mod">
          <ac:chgData name="Guest User" userId="S::urn:spo:tenantanon#8ba02f42-a433-4ad5-bdab-0103a1bc5fa5::" providerId="AD" clId="Web-{00000000-0000-0000-0000-000000000000}" dt="2026-09-12T11:46:51.155" v="206" actId="14100"/>
          <ac:spMkLst>
            <pc:docMk/>
            <pc:sldMk cId="0" sldId="257"/>
            <ac:spMk id="174" creationId="{00000000-0000-0000-0000-000000000000}"/>
          </ac:spMkLst>
        </pc:spChg>
        <pc:spChg chg="mod">
          <ac:chgData name="Guest User" userId="S::urn:spo:tenantanon#8ba02f42-a433-4ad5-bdab-0103a1bc5fa5::" providerId="AD" clId="Web-{00000000-0000-0000-0000-000000000000}" dt="2026-09-12T11:44:05.055" v="168" actId="20577"/>
          <ac:spMkLst>
            <pc:docMk/>
            <pc:sldMk cId="0" sldId="257"/>
            <ac:spMk id="175" creationId="{00000000-0000-0000-0000-000000000000}"/>
          </ac:spMkLst>
        </pc:spChg>
        <pc:spChg chg="del">
          <ac:chgData name="Guest User" userId="S::urn:spo:tenantanon#8ba02f42-a433-4ad5-bdab-0103a1bc5fa5::" providerId="AD" clId="Web-{00000000-0000-0000-0000-000000000000}" dt="2026-09-12T11:44:18.525" v="173"/>
          <ac:spMkLst>
            <pc:docMk/>
            <pc:sldMk cId="0" sldId="257"/>
            <ac:spMk id="176" creationId="{00000000-0000-0000-0000-000000000000}"/>
          </ac:spMkLst>
        </pc:spChg>
        <pc:spChg chg="del">
          <ac:chgData name="Guest User" userId="S::urn:spo:tenantanon#8ba02f42-a433-4ad5-bdab-0103a1bc5fa5::" providerId="AD" clId="Web-{00000000-0000-0000-0000-000000000000}" dt="2026-09-12T11:43:52.852" v="165"/>
          <ac:spMkLst>
            <pc:docMk/>
            <pc:sldMk cId="0" sldId="257"/>
            <ac:spMk id="180" creationId="{00000000-0000-0000-0000-000000000000}"/>
          </ac:spMkLst>
        </pc:spChg>
        <pc:spChg chg="del">
          <ac:chgData name="Guest User" userId="S::urn:spo:tenantanon#8ba02f42-a433-4ad5-bdab-0103a1bc5fa5::" providerId="AD" clId="Web-{00000000-0000-0000-0000-000000000000}" dt="2026-09-12T11:43:46.601" v="162"/>
          <ac:spMkLst>
            <pc:docMk/>
            <pc:sldMk cId="0" sldId="257"/>
            <ac:spMk id="181" creationId="{00000000-0000-0000-0000-000000000000}"/>
          </ac:spMkLst>
        </pc:spChg>
        <pc:spChg chg="add">
          <ac:chgData name="Guest User" userId="S::urn:spo:tenantanon#8ba02f42-a433-4ad5-bdab-0103a1bc5fa5::" providerId="AD" clId="Web-{00000000-0000-0000-0000-000000000000}" dt="2026-09-12T11:45:40.871" v="182"/>
          <ac:spMkLst>
            <pc:docMk/>
            <pc:sldMk cId="0" sldId="257"/>
            <ac:spMk id="183" creationId="{8AACA80E-9772-C90D-7054-0AF7EE9483F8}"/>
          </ac:spMkLst>
        </pc:spChg>
        <pc:spChg chg="add del">
          <ac:chgData name="Guest User" userId="S::urn:spo:tenantanon#8ba02f42-a433-4ad5-bdab-0103a1bc5fa5::" providerId="AD" clId="Web-{00000000-0000-0000-0000-000000000000}" dt="2026-09-12T11:50:31.839" v="231"/>
          <ac:spMkLst>
            <pc:docMk/>
            <pc:sldMk cId="0" sldId="257"/>
            <ac:spMk id="186" creationId="{0A7516F0-C41C-E02F-30E7-E3394EE7207E}"/>
          </ac:spMkLst>
        </pc:spChg>
        <pc:picChg chg="mod modCrop">
          <ac:chgData name="Guest User" userId="S::urn:spo:tenantanon#8ba02f42-a433-4ad5-bdab-0103a1bc5fa5::" providerId="AD" clId="Web-{00000000-0000-0000-0000-000000000000}" dt="2026-09-12T10:04:22.732" v="103" actId="1076"/>
          <ac:picMkLst>
            <pc:docMk/>
            <pc:sldMk cId="0" sldId="257"/>
            <ac:picMk id="3" creationId="{00000000-0000-0000-0000-000000000000}"/>
          </ac:picMkLst>
        </pc:picChg>
        <pc:picChg chg="mod">
          <ac:chgData name="Guest User" userId="S::urn:spo:tenantanon#8ba02f42-a433-4ad5-bdab-0103a1bc5fa5::" providerId="AD" clId="Web-{00000000-0000-0000-0000-000000000000}" dt="2026-09-12T11:55:32.929" v="255" actId="1076"/>
          <ac:picMkLst>
            <pc:docMk/>
            <pc:sldMk cId="0" sldId="257"/>
            <ac:picMk id="115" creationId="{00000000-0000-0000-0000-000000000000}"/>
          </ac:picMkLst>
        </pc:picChg>
        <pc:picChg chg="mod">
          <ac:chgData name="Guest User" userId="S::urn:spo:tenantanon#8ba02f42-a433-4ad5-bdab-0103a1bc5fa5::" providerId="AD" clId="Web-{00000000-0000-0000-0000-000000000000}" dt="2026-09-12T11:55:51.664" v="257" actId="1076"/>
          <ac:picMkLst>
            <pc:docMk/>
            <pc:sldMk cId="0" sldId="257"/>
            <ac:picMk id="116" creationId="{00000000-0000-0000-0000-000000000000}"/>
          </ac:picMkLst>
        </pc:picChg>
        <pc:picChg chg="mod">
          <ac:chgData name="Guest User" userId="S::urn:spo:tenantanon#8ba02f42-a433-4ad5-bdab-0103a1bc5fa5::" providerId="AD" clId="Web-{00000000-0000-0000-0000-000000000000}" dt="2026-09-12T11:54:49.396" v="251" actId="1076"/>
          <ac:picMkLst>
            <pc:docMk/>
            <pc:sldMk cId="0" sldId="257"/>
            <ac:picMk id="117" creationId="{00000000-0000-0000-0000-000000000000}"/>
          </ac:picMkLst>
        </pc:picChg>
        <pc:picChg chg="add mod">
          <ac:chgData name="Guest User" userId="S::urn:spo:tenantanon#8ba02f42-a433-4ad5-bdab-0103a1bc5fa5::" providerId="AD" clId="Web-{00000000-0000-0000-0000-000000000000}" dt="2026-09-12T10:02:32.368" v="96" actId="1076"/>
          <ac:picMkLst>
            <pc:docMk/>
            <pc:sldMk cId="0" sldId="257"/>
            <ac:picMk id="142" creationId="{F1375C15-5C92-6D1D-918B-0BB99FC627BB}"/>
          </ac:picMkLst>
        </pc:picChg>
        <pc:picChg chg="mod">
          <ac:chgData name="Guest User" userId="S::urn:spo:tenantanon#8ba02f42-a433-4ad5-bdab-0103a1bc5fa5::" providerId="AD" clId="Web-{00000000-0000-0000-0000-000000000000}" dt="2026-09-12T11:49:27.868" v="224" actId="14100"/>
          <ac:picMkLst>
            <pc:docMk/>
            <pc:sldMk cId="0" sldId="257"/>
            <ac:picMk id="145" creationId="{00000000-0000-0000-0000-000000000000}"/>
          </ac:picMkLst>
        </pc:picChg>
        <pc:picChg chg="del">
          <ac:chgData name="Guest User" userId="S::urn:spo:tenantanon#8ba02f42-a433-4ad5-bdab-0103a1bc5fa5::" providerId="AD" clId="Web-{00000000-0000-0000-0000-000000000000}" dt="2026-09-12T10:02:21.649" v="93"/>
          <ac:picMkLst>
            <pc:docMk/>
            <pc:sldMk cId="0" sldId="257"/>
            <ac:picMk id="147" creationId="{00000000-0000-0000-0000-000000000000}"/>
          </ac:picMkLst>
        </pc:picChg>
        <pc:picChg chg="del">
          <ac:chgData name="Guest User" userId="S::urn:spo:tenantanon#8ba02f42-a433-4ad5-bdab-0103a1bc5fa5::" providerId="AD" clId="Web-{00000000-0000-0000-0000-000000000000}" dt="2026-09-12T10:02:20.336" v="92"/>
          <ac:picMkLst>
            <pc:docMk/>
            <pc:sldMk cId="0" sldId="257"/>
            <ac:picMk id="154" creationId="{00000000-0000-0000-0000-000000000000}"/>
          </ac:picMkLst>
        </pc:picChg>
        <pc:picChg chg="del">
          <ac:chgData name="Guest User" userId="S::urn:spo:tenantanon#8ba02f42-a433-4ad5-bdab-0103a1bc5fa5::" providerId="AD" clId="Web-{00000000-0000-0000-0000-000000000000}" dt="2026-09-12T11:44:24.587" v="176"/>
          <ac:picMkLst>
            <pc:docMk/>
            <pc:sldMk cId="0" sldId="257"/>
            <ac:picMk id="162" creationId="{00000000-0000-0000-0000-000000000000}"/>
          </ac:picMkLst>
        </pc:picChg>
        <pc:picChg chg="add del mod">
          <ac:chgData name="Guest User" userId="S::urn:spo:tenantanon#8ba02f42-a433-4ad5-bdab-0103a1bc5fa5::" providerId="AD" clId="Web-{00000000-0000-0000-0000-000000000000}" dt="2026-09-12T12:29:53.543" v="454"/>
          <ac:picMkLst>
            <pc:docMk/>
            <pc:sldMk cId="0" sldId="257"/>
            <ac:picMk id="163" creationId="{60C85CCE-6EDC-3388-5533-4691B880547E}"/>
          </ac:picMkLst>
        </pc:picChg>
        <pc:picChg chg="del">
          <ac:chgData name="Guest User" userId="S::urn:spo:tenantanon#8ba02f42-a433-4ad5-bdab-0103a1bc5fa5::" providerId="AD" clId="Web-{00000000-0000-0000-0000-000000000000}" dt="2026-09-12T11:44:15.353" v="171"/>
          <ac:picMkLst>
            <pc:docMk/>
            <pc:sldMk cId="0" sldId="257"/>
            <ac:picMk id="164" creationId="{00000000-0000-0000-0000-000000000000}"/>
          </ac:picMkLst>
        </pc:picChg>
        <pc:picChg chg="del">
          <ac:chgData name="Guest User" userId="S::urn:spo:tenantanon#8ba02f42-a433-4ad5-bdab-0103a1bc5fa5::" providerId="AD" clId="Web-{00000000-0000-0000-0000-000000000000}" dt="2026-09-12T11:43:57.727" v="166"/>
          <ac:picMkLst>
            <pc:docMk/>
            <pc:sldMk cId="0" sldId="257"/>
            <ac:picMk id="177" creationId="{00000000-0000-0000-0000-000000000000}"/>
          </ac:picMkLst>
        </pc:picChg>
        <pc:picChg chg="del">
          <ac:chgData name="Guest User" userId="S::urn:spo:tenantanon#8ba02f42-a433-4ad5-bdab-0103a1bc5fa5::" providerId="AD" clId="Web-{00000000-0000-0000-0000-000000000000}" dt="2026-09-12T11:43:50.805" v="164"/>
          <ac:picMkLst>
            <pc:docMk/>
            <pc:sldMk cId="0" sldId="257"/>
            <ac:picMk id="178" creationId="{00000000-0000-0000-0000-000000000000}"/>
          </ac:picMkLst>
        </pc:picChg>
        <pc:picChg chg="del">
          <ac:chgData name="Guest User" userId="S::urn:spo:tenantanon#8ba02f42-a433-4ad5-bdab-0103a1bc5fa5::" providerId="AD" clId="Web-{00000000-0000-0000-0000-000000000000}" dt="2026-09-12T11:43:47.898" v="163"/>
          <ac:picMkLst>
            <pc:docMk/>
            <pc:sldMk cId="0" sldId="257"/>
            <ac:picMk id="179" creationId="{00000000-0000-0000-0000-000000000000}"/>
          </ac:picMkLst>
        </pc:picChg>
        <pc:picChg chg="add">
          <ac:chgData name="Guest User" userId="S::urn:spo:tenantanon#8ba02f42-a433-4ad5-bdab-0103a1bc5fa5::" providerId="AD" clId="Web-{00000000-0000-0000-0000-000000000000}" dt="2026-09-12T11:45:53.434" v="183"/>
          <ac:picMkLst>
            <pc:docMk/>
            <pc:sldMk cId="0" sldId="257"/>
            <ac:picMk id="185" creationId="{4805AD90-3A5F-D1E5-6B96-E2C9B70ECD2A}"/>
          </ac:picMkLst>
        </pc:picChg>
      </pc:sldChg>
      <pc:sldChg chg="addSp delSp modSp add">
        <pc:chgData name="Guest User" userId="S::urn:spo:tenantanon#8ba02f42-a433-4ad5-bdab-0103a1bc5fa5::" providerId="AD" clId="Web-{00000000-0000-0000-0000-000000000000}" dt="2026-09-12T12:38:48.685" v="484" actId="1076"/>
        <pc:sldMkLst>
          <pc:docMk/>
          <pc:sldMk cId="0" sldId="258"/>
        </pc:sldMkLst>
        <pc:spChg chg="mod">
          <ac:chgData name="Guest User" userId="S::urn:spo:tenantanon#8ba02f42-a433-4ad5-bdab-0103a1bc5fa5::" providerId="AD" clId="Web-{00000000-0000-0000-0000-000000000000}" dt="2026-09-12T11:09:16.617" v="148" actId="1076"/>
          <ac:spMkLst>
            <pc:docMk/>
            <pc:sldMk cId="0" sldId="258"/>
            <ac:spMk id="2" creationId="{00000000-0000-0000-0000-000000000000}"/>
          </ac:spMkLst>
        </pc:spChg>
        <pc:spChg chg="mod">
          <ac:chgData name="Guest User" userId="S::urn:spo:tenantanon#8ba02f42-a433-4ad5-bdab-0103a1bc5fa5::" providerId="AD" clId="Web-{00000000-0000-0000-0000-000000000000}" dt="2026-09-12T11:00:17.510" v="146" actId="14100"/>
          <ac:spMkLst>
            <pc:docMk/>
            <pc:sldMk cId="0" sldId="258"/>
            <ac:spMk id="33" creationId="{00000000-0000-0000-0000-000000000000}"/>
          </ac:spMkLst>
        </pc:spChg>
        <pc:spChg chg="mod">
          <ac:chgData name="Guest User" userId="S::urn:spo:tenantanon#8ba02f42-a433-4ad5-bdab-0103a1bc5fa5::" providerId="AD" clId="Web-{00000000-0000-0000-0000-000000000000}" dt="2026-09-12T10:43:57.664" v="136" actId="20577"/>
          <ac:spMkLst>
            <pc:docMk/>
            <pc:sldMk cId="0" sldId="258"/>
            <ac:spMk id="162" creationId="{00000000-0000-0000-0000-000000000000}"/>
          </ac:spMkLst>
        </pc:spChg>
        <pc:spChg chg="del">
          <ac:chgData name="Guest User" userId="S::urn:spo:tenantanon#8ba02f42-a433-4ad5-bdab-0103a1bc5fa5::" providerId="AD" clId="Web-{00000000-0000-0000-0000-000000000000}" dt="2026-09-12T10:44:02.790" v="138"/>
          <ac:spMkLst>
            <pc:docMk/>
            <pc:sldMk cId="0" sldId="258"/>
            <ac:spMk id="163" creationId="{00000000-0000-0000-0000-000000000000}"/>
          </ac:spMkLst>
        </pc:spChg>
        <pc:spChg chg="del">
          <ac:chgData name="Guest User" userId="S::urn:spo:tenantanon#8ba02f42-a433-4ad5-bdab-0103a1bc5fa5::" providerId="AD" clId="Web-{00000000-0000-0000-0000-000000000000}" dt="2026-09-12T10:44:00.180" v="137"/>
          <ac:spMkLst>
            <pc:docMk/>
            <pc:sldMk cId="0" sldId="258"/>
            <ac:spMk id="164" creationId="{00000000-0000-0000-0000-000000000000}"/>
          </ac:spMkLst>
        </pc:spChg>
        <pc:picChg chg="del">
          <ac:chgData name="Guest User" userId="S::urn:spo:tenantanon#8ba02f42-a433-4ad5-bdab-0103a1bc5fa5::" providerId="AD" clId="Web-{00000000-0000-0000-0000-000000000000}" dt="2026-09-12T10:44:05.930" v="139"/>
          <ac:picMkLst>
            <pc:docMk/>
            <pc:sldMk cId="0" sldId="258"/>
            <ac:picMk id="146" creationId="{00000000-0000-0000-0000-000000000000}"/>
          </ac:picMkLst>
        </pc:picChg>
        <pc:picChg chg="add del mod">
          <ac:chgData name="Guest User" userId="S::urn:spo:tenantanon#8ba02f42-a433-4ad5-bdab-0103a1bc5fa5::" providerId="AD" clId="Web-{00000000-0000-0000-0000-000000000000}" dt="2026-09-12T12:29:51.074" v="452"/>
          <ac:picMkLst>
            <pc:docMk/>
            <pc:sldMk cId="0" sldId="258"/>
            <ac:picMk id="146" creationId="{BBBBF6D7-58DF-E3C0-A8D9-2148B26EC8E4}"/>
          </ac:picMkLst>
        </pc:picChg>
        <pc:picChg chg="del">
          <ac:chgData name="Guest User" userId="S::urn:spo:tenantanon#8ba02f42-a433-4ad5-bdab-0103a1bc5fa5::" providerId="AD" clId="Web-{00000000-0000-0000-0000-000000000000}" dt="2026-09-12T10:44:06.508" v="140"/>
          <ac:picMkLst>
            <pc:docMk/>
            <pc:sldMk cId="0" sldId="258"/>
            <ac:picMk id="147" creationId="{00000000-0000-0000-0000-000000000000}"/>
          </ac:picMkLst>
        </pc:picChg>
        <pc:picChg chg="del">
          <ac:chgData name="Guest User" userId="S::urn:spo:tenantanon#8ba02f42-a433-4ad5-bdab-0103a1bc5fa5::" providerId="AD" clId="Web-{00000000-0000-0000-0000-000000000000}" dt="2026-09-12T10:44:08.618" v="141"/>
          <ac:picMkLst>
            <pc:docMk/>
            <pc:sldMk cId="0" sldId="258"/>
            <ac:picMk id="148" creationId="{00000000-0000-0000-0000-000000000000}"/>
          </ac:picMkLst>
        </pc:picChg>
        <pc:picChg chg="add mod">
          <ac:chgData name="Guest User" userId="S::urn:spo:tenantanon#8ba02f42-a433-4ad5-bdab-0103a1bc5fa5::" providerId="AD" clId="Web-{00000000-0000-0000-0000-000000000000}" dt="2026-09-12T12:38:48.685" v="484" actId="1076"/>
          <ac:picMkLst>
            <pc:docMk/>
            <pc:sldMk cId="0" sldId="258"/>
            <ac:picMk id="149" creationId="{D12DB783-0741-A4A0-3700-C980E95B1BA7}"/>
          </ac:picMkLst>
        </pc:picChg>
        <pc:picChg chg="add mod">
          <ac:chgData name="Guest User" userId="S::urn:spo:tenantanon#8ba02f42-a433-4ad5-bdab-0103a1bc5fa5::" providerId="AD" clId="Web-{00000000-0000-0000-0000-000000000000}" dt="2026-09-12T10:44:17.743" v="144" actId="1076"/>
          <ac:picMkLst>
            <pc:docMk/>
            <pc:sldMk cId="0" sldId="258"/>
            <ac:picMk id="172" creationId="{72039377-0E62-ED45-5165-DD14BE7FE557}"/>
          </ac:picMkLst>
        </pc:picChg>
      </pc:sldChg>
      <pc:sldChg chg="addSp delSp modSp mod modShow">
        <pc:chgData name="Guest User" userId="S::urn:spo:tenantanon#8ba02f42-a433-4ad5-bdab-0103a1bc5fa5::" providerId="AD" clId="Web-{00000000-0000-0000-0000-000000000000}" dt="2026-09-12T08:58:25.186" v="12"/>
        <pc:sldMkLst>
          <pc:docMk/>
          <pc:sldMk cId="0" sldId="290"/>
        </pc:sldMkLst>
        <pc:picChg chg="add del mod modCrop">
          <ac:chgData name="Guest User" userId="S::urn:spo:tenantanon#8ba02f42-a433-4ad5-bdab-0103a1bc5fa5::" providerId="AD" clId="Web-{00000000-0000-0000-0000-000000000000}" dt="2026-09-12T08:57:17.338" v="6"/>
          <ac:picMkLst>
            <pc:docMk/>
            <pc:sldMk cId="0" sldId="290"/>
            <ac:picMk id="3" creationId="{815C8B72-8646-A210-30E0-F7F158F68C5F}"/>
          </ac:picMkLst>
        </pc:picChg>
        <pc:picChg chg="add del mod">
          <ac:chgData name="Guest User" userId="S::urn:spo:tenantanon#8ba02f42-a433-4ad5-bdab-0103a1bc5fa5::" providerId="AD" clId="Web-{00000000-0000-0000-0000-000000000000}" dt="2026-09-12T08:57:35.761" v="8"/>
          <ac:picMkLst>
            <pc:docMk/>
            <pc:sldMk cId="0" sldId="290"/>
            <ac:picMk id="4" creationId="{5E6DC7E8-D725-F939-1BFE-C420592717CA}"/>
          </ac:picMkLst>
        </pc:picChg>
        <pc:picChg chg="add del mod">
          <ac:chgData name="Guest User" userId="S::urn:spo:tenantanon#8ba02f42-a433-4ad5-bdab-0103a1bc5fa5::" providerId="AD" clId="Web-{00000000-0000-0000-0000-000000000000}" dt="2026-09-12T08:58:25.186" v="12"/>
          <ac:picMkLst>
            <pc:docMk/>
            <pc:sldMk cId="0" sldId="290"/>
            <ac:picMk id="5" creationId="{49434C17-166B-28B5-C979-4D955B9E1F3C}"/>
          </ac:picMkLst>
        </pc:picChg>
      </pc:sldChg>
      <pc:sldChg chg="addSp delSp modSp mod modShow">
        <pc:chgData name="Guest User" userId="S::urn:spo:tenantanon#8ba02f42-a433-4ad5-bdab-0103a1bc5fa5::" providerId="AD" clId="Web-{00000000-0000-0000-0000-000000000000}" dt="2026-09-12T12:35:24.179" v="481" actId="14100"/>
        <pc:sldMkLst>
          <pc:docMk/>
          <pc:sldMk cId="0" sldId="291"/>
        </pc:sldMkLst>
        <pc:spChg chg="add del mod">
          <ac:chgData name="Guest User" userId="S::urn:spo:tenantanon#8ba02f42-a433-4ad5-bdab-0103a1bc5fa5::" providerId="AD" clId="Web-{00000000-0000-0000-0000-000000000000}" dt="2026-09-12T12:32:45.954" v="474"/>
          <ac:spMkLst>
            <pc:docMk/>
            <pc:sldMk cId="0" sldId="291"/>
            <ac:spMk id="3" creationId="{8EEB31B1-7E95-2B76-1CD7-C75CCBC9C366}"/>
          </ac:spMkLst>
        </pc:spChg>
        <pc:spChg chg="add del mod">
          <ac:chgData name="Guest User" userId="S::urn:spo:tenantanon#8ba02f42-a433-4ad5-bdab-0103a1bc5fa5::" providerId="AD" clId="Web-{00000000-0000-0000-0000-000000000000}" dt="2026-09-12T12:30:30.762" v="458"/>
          <ac:spMkLst>
            <pc:docMk/>
            <pc:sldMk cId="0" sldId="291"/>
            <ac:spMk id="4" creationId="{00000000-0000-0000-0000-000000000000}"/>
          </ac:spMkLst>
        </pc:spChg>
        <pc:spChg chg="mod">
          <ac:chgData name="Guest User" userId="S::urn:spo:tenantanon#8ba02f42-a433-4ad5-bdab-0103a1bc5fa5::" providerId="AD" clId="Web-{00000000-0000-0000-0000-000000000000}" dt="2026-09-12T12:32:08.437" v="468" actId="1076"/>
          <ac:spMkLst>
            <pc:docMk/>
            <pc:sldMk cId="0" sldId="291"/>
            <ac:spMk id="8" creationId="{00000000-0000-0000-0000-000000000000}"/>
          </ac:spMkLst>
        </pc:spChg>
        <pc:spChg chg="mod">
          <ac:chgData name="Guest User" userId="S::urn:spo:tenantanon#8ba02f42-a433-4ad5-bdab-0103a1bc5fa5::" providerId="AD" clId="Web-{00000000-0000-0000-0000-000000000000}" dt="2026-09-12T12:35:24.179" v="481" actId="14100"/>
          <ac:spMkLst>
            <pc:docMk/>
            <pc:sldMk cId="0" sldId="291"/>
            <ac:spMk id="10" creationId="{00000000-0000-0000-0000-000000000000}"/>
          </ac:spMkLst>
        </pc:spChg>
        <pc:picChg chg="mod">
          <ac:chgData name="Guest User" userId="S::urn:spo:tenantanon#8ba02f42-a433-4ad5-bdab-0103a1bc5fa5::" providerId="AD" clId="Web-{00000000-0000-0000-0000-000000000000}" dt="2026-09-12T12:29:28.573" v="428" actId="14100"/>
          <ac:picMkLst>
            <pc:docMk/>
            <pc:sldMk cId="0" sldId="291"/>
            <ac:picMk id="2" creationId="{00000000-0000-0000-0000-000000000000}"/>
          </ac:picMkLst>
        </pc:picChg>
        <pc:picChg chg="mod">
          <ac:chgData name="Guest User" userId="S::urn:spo:tenantanon#8ba02f42-a433-4ad5-bdab-0103a1bc5fa5::" providerId="AD" clId="Web-{00000000-0000-0000-0000-000000000000}" dt="2026-09-12T12:29:38.136" v="431" actId="1076"/>
          <ac:picMkLst>
            <pc:docMk/>
            <pc:sldMk cId="0" sldId="291"/>
            <ac:picMk id="5" creationId="{9120848B-B2B4-45BE-A961-AEC0B06CF41B}"/>
          </ac:picMkLst>
        </pc:picChg>
      </pc:sldChg>
      <pc:sldChg chg="addSp delSp modSp del">
        <pc:chgData name="Guest User" userId="S::urn:spo:tenantanon#8ba02f42-a433-4ad5-bdab-0103a1bc5fa5::" providerId="AD" clId="Web-{00000000-0000-0000-0000-000000000000}" dt="2026-09-12T12:08:19.037" v="317"/>
        <pc:sldMkLst>
          <pc:docMk/>
          <pc:sldMk cId="3753387913" sldId="293"/>
        </pc:sldMkLst>
        <pc:spChg chg="mod">
          <ac:chgData name="Guest User" userId="S::urn:spo:tenantanon#8ba02f42-a433-4ad5-bdab-0103a1bc5fa5::" providerId="AD" clId="Web-{00000000-0000-0000-0000-000000000000}" dt="2026-09-12T10:12:55.217" v="106" actId="1076"/>
          <ac:spMkLst>
            <pc:docMk/>
            <pc:sldMk cId="3753387913" sldId="293"/>
            <ac:spMk id="12" creationId="{5DBCE864-823D-4A13-9607-5DA1F0ED5FB8}"/>
          </ac:spMkLst>
        </pc:spChg>
        <pc:picChg chg="add del mod">
          <ac:chgData name="Guest User" userId="S::urn:spo:tenantanon#8ba02f42-a433-4ad5-bdab-0103a1bc5fa5::" providerId="AD" clId="Web-{00000000-0000-0000-0000-000000000000}" dt="2026-09-12T09:40:21.169" v="82"/>
          <ac:picMkLst>
            <pc:docMk/>
            <pc:sldMk cId="3753387913" sldId="293"/>
            <ac:picMk id="2" creationId="{1F2BFDD1-743A-1EAE-4D87-033E2CF2A54F}"/>
          </ac:picMkLst>
        </pc:picChg>
        <pc:picChg chg="add mod">
          <ac:chgData name="Guest User" userId="S::urn:spo:tenantanon#8ba02f42-a433-4ad5-bdab-0103a1bc5fa5::" providerId="AD" clId="Web-{00000000-0000-0000-0000-000000000000}" dt="2026-09-12T10:12:55.139" v="105" actId="1076"/>
          <ac:picMkLst>
            <pc:docMk/>
            <pc:sldMk cId="3753387913" sldId="293"/>
            <ac:picMk id="2" creationId="{5F2A7C1B-D306-4E6D-F797-B1D02E6B5470}"/>
          </ac:picMkLst>
        </pc:picChg>
        <pc:picChg chg="add del mod">
          <ac:chgData name="Guest User" userId="S::urn:spo:tenantanon#8ba02f42-a433-4ad5-bdab-0103a1bc5fa5::" providerId="AD" clId="Web-{00000000-0000-0000-0000-000000000000}" dt="2026-09-12T09:47:08.406" v="85"/>
          <ac:picMkLst>
            <pc:docMk/>
            <pc:sldMk cId="3753387913" sldId="293"/>
            <ac:picMk id="3" creationId="{5B7F5259-A609-B39D-9E43-9B267E66AA5B}"/>
          </ac:picMkLst>
        </pc:picChg>
      </pc:sldChg>
      <pc:sldChg chg="addSp delSp modSp del">
        <pc:chgData name="Guest User" userId="S::urn:spo:tenantanon#8ba02f42-a433-4ad5-bdab-0103a1bc5fa5::" providerId="AD" clId="Web-{00000000-0000-0000-0000-000000000000}" dt="2026-09-12T13:01:30.686" v="531"/>
        <pc:sldMkLst>
          <pc:docMk/>
          <pc:sldMk cId="3916788613" sldId="296"/>
        </pc:sldMkLst>
        <pc:spChg chg="mod">
          <ac:chgData name="Guest User" userId="S::urn:spo:tenantanon#8ba02f42-a433-4ad5-bdab-0103a1bc5fa5::" providerId="AD" clId="Web-{00000000-0000-0000-0000-000000000000}" dt="2026-09-12T11:45:08.183" v="179" actId="20577"/>
          <ac:spMkLst>
            <pc:docMk/>
            <pc:sldMk cId="3916788613" sldId="296"/>
            <ac:spMk id="9" creationId="{5DBCE864-823D-4A13-9607-5DA1F0ED5FB8}"/>
          </ac:spMkLst>
        </pc:spChg>
        <pc:picChg chg="add del mod">
          <ac:chgData name="Guest User" userId="S::urn:spo:tenantanon#8ba02f42-a433-4ad5-bdab-0103a1bc5fa5::" providerId="AD" clId="Web-{00000000-0000-0000-0000-000000000000}" dt="2026-09-12T12:29:48.699" v="450"/>
          <ac:picMkLst>
            <pc:docMk/>
            <pc:sldMk cId="3916788613" sldId="296"/>
            <ac:picMk id="3" creationId="{EB68780C-5BAD-6EC3-49EA-BEA8E1DE33EB}"/>
          </ac:picMkLst>
        </pc:picChg>
      </pc:sldChg>
      <pc:sldChg chg="del">
        <pc:chgData name="Guest User" userId="S::urn:spo:tenantanon#8ba02f42-a433-4ad5-bdab-0103a1bc5fa5::" providerId="AD" clId="Web-{00000000-0000-0000-0000-000000000000}" dt="2026-09-12T11:38:31.699" v="160"/>
        <pc:sldMkLst>
          <pc:docMk/>
          <pc:sldMk cId="1134025331" sldId="298"/>
        </pc:sldMkLst>
      </pc:sldChg>
      <pc:sldChg chg="addSp delSp modSp add">
        <pc:chgData name="Guest User" userId="S::urn:spo:tenantanon#8ba02f42-a433-4ad5-bdab-0103a1bc5fa5::" providerId="AD" clId="Web-{00000000-0000-0000-0000-000000000000}" dt="2026-09-12T13:01:12.935" v="530" actId="14100"/>
        <pc:sldMkLst>
          <pc:docMk/>
          <pc:sldMk cId="1119674210" sldId="299"/>
        </pc:sldMkLst>
        <pc:spChg chg="add mod">
          <ac:chgData name="Guest User" userId="S::urn:spo:tenantanon#8ba02f42-a433-4ad5-bdab-0103a1bc5fa5::" providerId="AD" clId="Web-{00000000-0000-0000-0000-000000000000}" dt="2026-09-12T11:36:27.694" v="159" actId="14100"/>
          <ac:spMkLst>
            <pc:docMk/>
            <pc:sldMk cId="1119674210" sldId="299"/>
            <ac:spMk id="175" creationId="{F394D773-9E9B-9341-63AF-B4E54B506BE8}"/>
          </ac:spMkLst>
        </pc:spChg>
        <pc:picChg chg="add del mod">
          <ac:chgData name="Guest User" userId="S::urn:spo:tenantanon#8ba02f42-a433-4ad5-bdab-0103a1bc5fa5::" providerId="AD" clId="Web-{00000000-0000-0000-0000-000000000000}" dt="2026-09-12T12:22:18.169" v="353"/>
          <ac:picMkLst>
            <pc:docMk/>
            <pc:sldMk cId="1119674210" sldId="299"/>
            <ac:picMk id="2" creationId="{0C6ED8CD-9020-6A11-8BBC-E94C23517FB7}"/>
          </ac:picMkLst>
        </pc:picChg>
        <pc:picChg chg="add mod">
          <ac:chgData name="Guest User" userId="S::urn:spo:tenantanon#8ba02f42-a433-4ad5-bdab-0103a1bc5fa5::" providerId="AD" clId="Web-{00000000-0000-0000-0000-000000000000}" dt="2026-09-12T12:29:55.324" v="455" actId="1076"/>
          <ac:picMkLst>
            <pc:docMk/>
            <pc:sldMk cId="1119674210" sldId="299"/>
            <ac:picMk id="4" creationId="{C82F32A8-B42F-6A72-8CE9-91611E425F79}"/>
          </ac:picMkLst>
        </pc:picChg>
        <pc:picChg chg="mod">
          <ac:chgData name="Guest User" userId="S::urn:spo:tenantanon#8ba02f42-a433-4ad5-bdab-0103a1bc5fa5::" providerId="AD" clId="Web-{00000000-0000-0000-0000-000000000000}" dt="2026-09-12T11:35:57.802" v="156" actId="14100"/>
          <ac:picMkLst>
            <pc:docMk/>
            <pc:sldMk cId="1119674210" sldId="299"/>
            <ac:picMk id="6" creationId="{00000000-0000-0000-0000-000000000000}"/>
          </ac:picMkLst>
        </pc:picChg>
        <pc:picChg chg="mod">
          <ac:chgData name="Guest User" userId="S::urn:spo:tenantanon#8ba02f42-a433-4ad5-bdab-0103a1bc5fa5::" providerId="AD" clId="Web-{00000000-0000-0000-0000-000000000000}" dt="2026-09-12T13:01:12.935" v="530" actId="14100"/>
          <ac:picMkLst>
            <pc:docMk/>
            <pc:sldMk cId="1119674210" sldId="299"/>
            <ac:picMk id="190" creationId="{D5F62FEB-C3BD-E1CF-3BAE-A925B172A2DF}"/>
          </ac:picMkLst>
        </pc:picChg>
      </pc:sldChg>
      <pc:sldChg chg="addSp delSp modSp new mod setBg">
        <pc:chgData name="Guest User" userId="S::urn:spo:tenantanon#8ba02f42-a433-4ad5-bdab-0103a1bc5fa5::" providerId="AD" clId="Web-{00000000-0000-0000-0000-000000000000}" dt="2026-09-12T10:40:09.593" v="134" actId="1076"/>
        <pc:sldMkLst>
          <pc:docMk/>
          <pc:sldMk cId="1592934696" sldId="299"/>
        </pc:sldMkLst>
        <pc:spChg chg="add del">
          <ac:chgData name="Guest User" userId="S::urn:spo:tenantanon#8ba02f42-a433-4ad5-bdab-0103a1bc5fa5::" providerId="AD" clId="Web-{00000000-0000-0000-0000-000000000000}" dt="2026-09-12T10:39:56.015" v="129"/>
          <ac:spMkLst>
            <pc:docMk/>
            <pc:sldMk cId="1592934696" sldId="299"/>
            <ac:spMk id="11" creationId="{42A4FC2C-047E-45A5-965D-8E1E3BF09BC6}"/>
          </ac:spMkLst>
        </pc:spChg>
        <pc:spChg chg="add del">
          <ac:chgData name="Guest User" userId="S::urn:spo:tenantanon#8ba02f42-a433-4ad5-bdab-0103a1bc5fa5::" providerId="AD" clId="Web-{00000000-0000-0000-0000-000000000000}" dt="2026-09-12T10:39:58.999" v="131"/>
          <ac:spMkLst>
            <pc:docMk/>
            <pc:sldMk cId="1592934696" sldId="299"/>
            <ac:spMk id="13" creationId="{E2384209-CB15-4CDF-9D31-C44FD9A3F20D}"/>
          </ac:spMkLst>
        </pc:spChg>
        <pc:spChg chg="add del">
          <ac:chgData name="Guest User" userId="S::urn:spo:tenantanon#8ba02f42-a433-4ad5-bdab-0103a1bc5fa5::" providerId="AD" clId="Web-{00000000-0000-0000-0000-000000000000}" dt="2026-09-12T10:39:58.999" v="131"/>
          <ac:spMkLst>
            <pc:docMk/>
            <pc:sldMk cId="1592934696" sldId="299"/>
            <ac:spMk id="14" creationId="{AB8C311F-7253-4AED-9701-7FC0708C41C7}"/>
          </ac:spMkLst>
        </pc:spChg>
        <pc:spChg chg="add del">
          <ac:chgData name="Guest User" userId="S::urn:spo:tenantanon#8ba02f42-a433-4ad5-bdab-0103a1bc5fa5::" providerId="AD" clId="Web-{00000000-0000-0000-0000-000000000000}" dt="2026-09-12T10:39:58.999" v="131"/>
          <ac:spMkLst>
            <pc:docMk/>
            <pc:sldMk cId="1592934696" sldId="299"/>
            <ac:spMk id="15" creationId="{2633B3B5-CC90-43F0-8714-D31D1F3F0209}"/>
          </ac:spMkLst>
        </pc:spChg>
        <pc:spChg chg="add del">
          <ac:chgData name="Guest User" userId="S::urn:spo:tenantanon#8ba02f42-a433-4ad5-bdab-0103a1bc5fa5::" providerId="AD" clId="Web-{00000000-0000-0000-0000-000000000000}" dt="2026-09-12T10:39:58.999" v="131"/>
          <ac:spMkLst>
            <pc:docMk/>
            <pc:sldMk cId="1592934696" sldId="299"/>
            <ac:spMk id="17" creationId="{A8D57A06-A426-446D-B02C-A2DC6B62E45E}"/>
          </ac:spMkLst>
        </pc:spChg>
        <pc:spChg chg="add">
          <ac:chgData name="Guest User" userId="S::urn:spo:tenantanon#8ba02f42-a433-4ad5-bdab-0103a1bc5fa5::" providerId="AD" clId="Web-{00000000-0000-0000-0000-000000000000}" dt="2026-09-12T10:39:58.999" v="132"/>
          <ac:spMkLst>
            <pc:docMk/>
            <pc:sldMk cId="1592934696" sldId="299"/>
            <ac:spMk id="19" creationId="{42A4FC2C-047E-45A5-965D-8E1E3BF09BC6}"/>
          </ac:spMkLst>
        </pc:spChg>
        <pc:picChg chg="add del mod">
          <ac:chgData name="Guest User" userId="S::urn:spo:tenantanon#8ba02f42-a433-4ad5-bdab-0103a1bc5fa5::" providerId="AD" clId="Web-{00000000-0000-0000-0000-000000000000}" dt="2026-09-12T10:27:25.369" v="117"/>
          <ac:picMkLst>
            <pc:docMk/>
            <pc:sldMk cId="1592934696" sldId="299"/>
            <ac:picMk id="2" creationId="{E6CEDFB6-3666-7B8B-5A6F-8114A527E8FE}"/>
          </ac:picMkLst>
        </pc:picChg>
        <pc:picChg chg="add del mod">
          <ac:chgData name="Guest User" userId="S::urn:spo:tenantanon#8ba02f42-a433-4ad5-bdab-0103a1bc5fa5::" providerId="AD" clId="Web-{00000000-0000-0000-0000-000000000000}" dt="2026-09-12T10:27:42.792" v="119"/>
          <ac:picMkLst>
            <pc:docMk/>
            <pc:sldMk cId="1592934696" sldId="299"/>
            <ac:picMk id="3" creationId="{252E6640-4AE4-E573-9AD1-21F40EA3509A}"/>
          </ac:picMkLst>
        </pc:picChg>
        <pc:picChg chg="add del mod">
          <ac:chgData name="Guest User" userId="S::urn:spo:tenantanon#8ba02f42-a433-4ad5-bdab-0103a1bc5fa5::" providerId="AD" clId="Web-{00000000-0000-0000-0000-000000000000}" dt="2026-09-12T10:32:26.058" v="122"/>
          <ac:picMkLst>
            <pc:docMk/>
            <pc:sldMk cId="1592934696" sldId="299"/>
            <ac:picMk id="4" creationId="{0949AE96-49C8-83B3-2C53-8E53EF31360B}"/>
          </ac:picMkLst>
        </pc:picChg>
        <pc:picChg chg="add del mod">
          <ac:chgData name="Guest User" userId="S::urn:spo:tenantanon#8ba02f42-a433-4ad5-bdab-0103a1bc5fa5::" providerId="AD" clId="Web-{00000000-0000-0000-0000-000000000000}" dt="2026-09-12T10:39:32.217" v="126"/>
          <ac:picMkLst>
            <pc:docMk/>
            <pc:sldMk cId="1592934696" sldId="299"/>
            <ac:picMk id="5" creationId="{18ECC8D7-EF01-9E44-026A-F809F338E7C3}"/>
          </ac:picMkLst>
        </pc:picChg>
        <pc:picChg chg="add mod">
          <ac:chgData name="Guest User" userId="S::urn:spo:tenantanon#8ba02f42-a433-4ad5-bdab-0103a1bc5fa5::" providerId="AD" clId="Web-{00000000-0000-0000-0000-000000000000}" dt="2026-09-12T10:40:09.593" v="134" actId="1076"/>
          <ac:picMkLst>
            <pc:docMk/>
            <pc:sldMk cId="1592934696" sldId="299"/>
            <ac:picMk id="6" creationId="{BAFF1427-86A1-9474-47FF-23E1A04ADE62}"/>
          </ac:picMkLst>
        </pc:picChg>
      </pc:sldChg>
      <pc:sldChg chg="addSp delSp modSp add">
        <pc:chgData name="Guest User" userId="S::urn:spo:tenantanon#8ba02f42-a433-4ad5-bdab-0103a1bc5fa5::" providerId="AD" clId="Web-{00000000-0000-0000-0000-000000000000}" dt="2026-09-12T09:06:08.873" v="80"/>
        <pc:sldMkLst>
          <pc:docMk/>
          <pc:sldMk cId="2305822709" sldId="299"/>
        </pc:sldMkLst>
        <pc:spChg chg="del mod">
          <ac:chgData name="Guest User" userId="S::urn:spo:tenantanon#8ba02f42-a433-4ad5-bdab-0103a1bc5fa5::" providerId="AD" clId="Web-{00000000-0000-0000-0000-000000000000}" dt="2026-09-12T09:01:14.322" v="45"/>
          <ac:spMkLst>
            <pc:docMk/>
            <pc:sldMk cId="2305822709" sldId="299"/>
            <ac:spMk id="2" creationId="{00000000-0000-0000-0000-000000000000}"/>
          </ac:spMkLst>
        </pc:spChg>
        <pc:spChg chg="mod">
          <ac:chgData name="Guest User" userId="S::urn:spo:tenantanon#8ba02f42-a433-4ad5-bdab-0103a1bc5fa5::" providerId="AD" clId="Web-{00000000-0000-0000-0000-000000000000}" dt="2026-09-12T09:02:39.046" v="53" actId="1076"/>
          <ac:spMkLst>
            <pc:docMk/>
            <pc:sldMk cId="2305822709" sldId="299"/>
            <ac:spMk id="16" creationId="{00000000-0000-0000-0000-000000000000}"/>
          </ac:spMkLst>
        </pc:spChg>
        <pc:spChg chg="del mod">
          <ac:chgData name="Guest User" userId="S::urn:spo:tenantanon#8ba02f42-a433-4ad5-bdab-0103a1bc5fa5::" providerId="AD" clId="Web-{00000000-0000-0000-0000-000000000000}" dt="2026-09-12T09:01:14.322" v="44"/>
          <ac:spMkLst>
            <pc:docMk/>
            <pc:sldMk cId="2305822709" sldId="299"/>
            <ac:spMk id="67" creationId="{00000000-0000-0000-0000-000000000000}"/>
          </ac:spMkLst>
        </pc:spChg>
        <pc:spChg chg="del mod">
          <ac:chgData name="Guest User" userId="S::urn:spo:tenantanon#8ba02f42-a433-4ad5-bdab-0103a1bc5fa5::" providerId="AD" clId="Web-{00000000-0000-0000-0000-000000000000}" dt="2026-09-12T09:01:14.322" v="43"/>
          <ac:spMkLst>
            <pc:docMk/>
            <pc:sldMk cId="2305822709" sldId="299"/>
            <ac:spMk id="82" creationId="{00000000-0000-0000-0000-000000000000}"/>
          </ac:spMkLst>
        </pc:spChg>
        <pc:spChg chg="del mod">
          <ac:chgData name="Guest User" userId="S::urn:spo:tenantanon#8ba02f42-a433-4ad5-bdab-0103a1bc5fa5::" providerId="AD" clId="Web-{00000000-0000-0000-0000-000000000000}" dt="2026-09-12T09:01:14.322" v="42"/>
          <ac:spMkLst>
            <pc:docMk/>
            <pc:sldMk cId="2305822709" sldId="299"/>
            <ac:spMk id="83" creationId="{00000000-0000-0000-0000-000000000000}"/>
          </ac:spMkLst>
        </pc:spChg>
        <pc:spChg chg="del mod">
          <ac:chgData name="Guest User" userId="S::urn:spo:tenantanon#8ba02f42-a433-4ad5-bdab-0103a1bc5fa5::" providerId="AD" clId="Web-{00000000-0000-0000-0000-000000000000}" dt="2026-09-12T09:01:14.322" v="41"/>
          <ac:spMkLst>
            <pc:docMk/>
            <pc:sldMk cId="2305822709" sldId="299"/>
            <ac:spMk id="85" creationId="{00000000-0000-0000-0000-000000000000}"/>
          </ac:spMkLst>
        </pc:spChg>
        <pc:spChg chg="del mod">
          <ac:chgData name="Guest User" userId="S::urn:spo:tenantanon#8ba02f42-a433-4ad5-bdab-0103a1bc5fa5::" providerId="AD" clId="Web-{00000000-0000-0000-0000-000000000000}" dt="2026-09-12T09:01:14.322" v="40"/>
          <ac:spMkLst>
            <pc:docMk/>
            <pc:sldMk cId="2305822709" sldId="299"/>
            <ac:spMk id="86" creationId="{00000000-0000-0000-0000-000000000000}"/>
          </ac:spMkLst>
        </pc:spChg>
        <pc:spChg chg="mod">
          <ac:chgData name="Guest User" userId="S::urn:spo:tenantanon#8ba02f42-a433-4ad5-bdab-0103a1bc5fa5::" providerId="AD" clId="Web-{00000000-0000-0000-0000-000000000000}" dt="2026-09-12T09:00:32.741" v="18" actId="20577"/>
          <ac:spMkLst>
            <pc:docMk/>
            <pc:sldMk cId="2305822709" sldId="299"/>
            <ac:spMk id="187" creationId="{00000000-0000-0000-0000-000000000000}"/>
          </ac:spMkLst>
        </pc:spChg>
        <pc:spChg chg="mod">
          <ac:chgData name="Guest User" userId="S::urn:spo:tenantanon#8ba02f42-a433-4ad5-bdab-0103a1bc5fa5::" providerId="AD" clId="Web-{00000000-0000-0000-0000-000000000000}" dt="2026-09-12T09:01:26.745" v="47" actId="20577"/>
          <ac:spMkLst>
            <pc:docMk/>
            <pc:sldMk cId="2305822709" sldId="299"/>
            <ac:spMk id="191" creationId="{00000000-0000-0000-0000-000000000000}"/>
          </ac:spMkLst>
        </pc:spChg>
        <pc:spChg chg="add del mod">
          <ac:chgData name="Guest User" userId="S::urn:spo:tenantanon#8ba02f42-a433-4ad5-bdab-0103a1bc5fa5::" providerId="AD" clId="Web-{00000000-0000-0000-0000-000000000000}" dt="2026-09-12T09:02:47.203" v="56"/>
          <ac:spMkLst>
            <pc:docMk/>
            <pc:sldMk cId="2305822709" sldId="299"/>
            <ac:spMk id="237" creationId="{140A910D-701E-107F-674A-3FAA621327FA}"/>
          </ac:spMkLst>
        </pc:spChg>
        <pc:spChg chg="add del mod">
          <ac:chgData name="Guest User" userId="S::urn:spo:tenantanon#8ba02f42-a433-4ad5-bdab-0103a1bc5fa5::" providerId="AD" clId="Web-{00000000-0000-0000-0000-000000000000}" dt="2026-09-12T09:06:08.873" v="80"/>
          <ac:spMkLst>
            <pc:docMk/>
            <pc:sldMk cId="2305822709" sldId="299"/>
            <ac:spMk id="238" creationId="{B717F60F-F52B-DF8B-5A6F-DE2A463BDD37}"/>
          </ac:spMkLst>
        </pc:spChg>
        <pc:picChg chg="del">
          <ac:chgData name="Guest User" userId="S::urn:spo:tenantanon#8ba02f42-a433-4ad5-bdab-0103a1bc5fa5::" providerId="AD" clId="Web-{00000000-0000-0000-0000-000000000000}" dt="2026-09-12T09:01:22.651" v="46"/>
          <ac:picMkLst>
            <pc:docMk/>
            <pc:sldMk cId="2305822709" sldId="299"/>
            <ac:picMk id="3" creationId="{00000000-0000-0000-0000-000000000000}"/>
          </ac:picMkLst>
        </pc:picChg>
        <pc:picChg chg="del mod modCrop">
          <ac:chgData name="Guest User" userId="S::urn:spo:tenantanon#8ba02f42-a433-4ad5-bdab-0103a1bc5fa5::" providerId="AD" clId="Web-{00000000-0000-0000-0000-000000000000}" dt="2026-09-12T09:00:49.477" v="21"/>
          <ac:picMkLst>
            <pc:docMk/>
            <pc:sldMk cId="2305822709" sldId="299"/>
            <ac:picMk id="4" creationId="{00000000-0000-0000-0000-000000000000}"/>
          </ac:picMkLst>
        </pc:picChg>
        <pc:picChg chg="del">
          <ac:chgData name="Guest User" userId="S::urn:spo:tenantanon#8ba02f42-a433-4ad5-bdab-0103a1bc5fa5::" providerId="AD" clId="Web-{00000000-0000-0000-0000-000000000000}" dt="2026-09-12T09:01:29.964" v="48"/>
          <ac:picMkLst>
            <pc:docMk/>
            <pc:sldMk cId="2305822709" sldId="299"/>
            <ac:picMk id="192" creationId="{00000000-0000-0000-0000-000000000000}"/>
          </ac:picMkLst>
        </pc:picChg>
      </pc:sldChg>
      <pc:sldChg chg="addSp modSp">
        <pc:chgData name="Guest User" userId="S::urn:spo:tenantanon#8ba02f42-a433-4ad5-bdab-0103a1bc5fa5::" providerId="AD" clId="Web-{00000000-0000-0000-0000-000000000000}" dt="2026-09-12T13:00:40.012" v="528" actId="1076"/>
        <pc:sldMkLst>
          <pc:docMk/>
          <pc:sldMk cId="0" sldId="300"/>
        </pc:sldMkLst>
        <pc:spChg chg="mod">
          <ac:chgData name="Guest User" userId="S::urn:spo:tenantanon#8ba02f42-a433-4ad5-bdab-0103a1bc5fa5::" providerId="AD" clId="Web-{00000000-0000-0000-0000-000000000000}" dt="2026-09-12T12:50:30.181" v="521" actId="20577"/>
          <ac:spMkLst>
            <pc:docMk/>
            <pc:sldMk cId="0" sldId="300"/>
            <ac:spMk id="41" creationId="{00000000-0000-0000-0000-000000000000}"/>
          </ac:spMkLst>
        </pc:spChg>
        <pc:spChg chg="mod">
          <ac:chgData name="Guest User" userId="S::urn:spo:tenantanon#8ba02f42-a433-4ad5-bdab-0103a1bc5fa5::" providerId="AD" clId="Web-{00000000-0000-0000-0000-000000000000}" dt="2026-09-12T12:50:23.400" v="519" actId="20577"/>
          <ac:spMkLst>
            <pc:docMk/>
            <pc:sldMk cId="0" sldId="300"/>
            <ac:spMk id="56" creationId="{00000000-0000-0000-0000-000000000000}"/>
          </ac:spMkLst>
        </pc:spChg>
        <pc:spChg chg="mod">
          <ac:chgData name="Guest User" userId="S::urn:spo:tenantanon#8ba02f42-a433-4ad5-bdab-0103a1bc5fa5::" providerId="AD" clId="Web-{00000000-0000-0000-0000-000000000000}" dt="2026-09-12T12:52:57.076" v="523" actId="20577"/>
          <ac:spMkLst>
            <pc:docMk/>
            <pc:sldMk cId="0" sldId="300"/>
            <ac:spMk id="61" creationId="{00000000-0000-0000-0000-000000000000}"/>
          </ac:spMkLst>
        </pc:spChg>
        <pc:spChg chg="mod">
          <ac:chgData name="Guest User" userId="S::urn:spo:tenantanon#8ba02f42-a433-4ad5-bdab-0103a1bc5fa5::" providerId="AD" clId="Web-{00000000-0000-0000-0000-000000000000}" dt="2026-09-12T12:53:44.296" v="524" actId="20577"/>
          <ac:spMkLst>
            <pc:docMk/>
            <pc:sldMk cId="0" sldId="300"/>
            <ac:spMk id="70" creationId="{00000000-0000-0000-0000-000000000000}"/>
          </ac:spMkLst>
        </pc:spChg>
        <pc:spChg chg="mod">
          <ac:chgData name="Guest User" userId="S::urn:spo:tenantanon#8ba02f42-a433-4ad5-bdab-0103a1bc5fa5::" providerId="AD" clId="Web-{00000000-0000-0000-0000-000000000000}" dt="2026-09-12T12:57:38.788" v="527" actId="14100"/>
          <ac:spMkLst>
            <pc:docMk/>
            <pc:sldMk cId="0" sldId="300"/>
            <ac:spMk id="80" creationId="{00000000-0000-0000-0000-000000000000}"/>
          </ac:spMkLst>
        </pc:spChg>
        <pc:spChg chg="mod">
          <ac:chgData name="Guest User" userId="S::urn:spo:tenantanon#8ba02f42-a433-4ad5-bdab-0103a1bc5fa5::" providerId="AD" clId="Web-{00000000-0000-0000-0000-000000000000}" dt="2026-09-12T12:49:00.960" v="488" actId="20577"/>
          <ac:spMkLst>
            <pc:docMk/>
            <pc:sldMk cId="0" sldId="300"/>
            <ac:spMk id="112" creationId="{00000000-0000-0000-0000-000000000000}"/>
          </ac:spMkLst>
        </pc:spChg>
        <pc:spChg chg="mod">
          <ac:chgData name="Guest User" userId="S::urn:spo:tenantanon#8ba02f42-a433-4ad5-bdab-0103a1bc5fa5::" providerId="AD" clId="Web-{00000000-0000-0000-0000-000000000000}" dt="2026-09-12T13:00:40.012" v="528" actId="1076"/>
          <ac:spMkLst>
            <pc:docMk/>
            <pc:sldMk cId="0" sldId="300"/>
            <ac:spMk id="125" creationId="{B7F4F14D-AE29-3819-ECD0-A042BA048AF0}"/>
          </ac:spMkLst>
        </pc:spChg>
        <pc:picChg chg="add mod">
          <ac:chgData name="Guest User" userId="S::urn:spo:tenantanon#8ba02f42-a433-4ad5-bdab-0103a1bc5fa5::" providerId="AD" clId="Web-{00000000-0000-0000-0000-000000000000}" dt="2026-09-12T12:39:02.576" v="486" actId="1076"/>
          <ac:picMkLst>
            <pc:docMk/>
            <pc:sldMk cId="0" sldId="300"/>
            <ac:picMk id="132" creationId="{887D123F-E6AD-6452-FE7D-E9B57D03356B}"/>
          </ac:picMkLst>
        </pc:picChg>
      </pc:sldChg>
      <pc:sldChg chg="add del">
        <pc:chgData name="Guest User" userId="S::urn:spo:tenantanon#8ba02f42-a433-4ad5-bdab-0103a1bc5fa5::" providerId="AD" clId="Web-{00000000-0000-0000-0000-000000000000}" dt="2026-09-12T11:45:00.901" v="178"/>
        <pc:sldMkLst>
          <pc:docMk/>
          <pc:sldMk cId="355836308" sldId="300"/>
        </pc:sldMkLst>
      </pc:sldChg>
      <pc:sldChg chg="add del replId">
        <pc:chgData name="Guest User" userId="S::urn:spo:tenantanon#8ba02f42-a433-4ad5-bdab-0103a1bc5fa5::" providerId="AD" clId="Web-{00000000-0000-0000-0000-000000000000}" dt="2026-09-12T11:45:26.996" v="181"/>
        <pc:sldMkLst>
          <pc:docMk/>
          <pc:sldMk cId="1301257077" sldId="300"/>
        </pc:sldMkLst>
      </pc:sldChg>
      <pc:sldChg chg="delSp add">
        <pc:chgData name="Guest User" userId="S::urn:spo:tenantanon#8ba02f42-a433-4ad5-bdab-0103a1bc5fa5::" providerId="AD" clId="Web-{00000000-0000-0000-0000-000000000000}" dt="2026-09-12T10:35:45.628" v="124"/>
        <pc:sldMkLst>
          <pc:docMk/>
          <pc:sldMk cId="3910469043" sldId="300"/>
        </pc:sldMkLst>
        <pc:picChg chg="del">
          <ac:chgData name="Guest User" userId="S::urn:spo:tenantanon#8ba02f42-a433-4ad5-bdab-0103a1bc5fa5::" providerId="AD" clId="Web-{00000000-0000-0000-0000-000000000000}" dt="2026-09-12T10:35:45.628" v="124"/>
          <ac:picMkLst>
            <pc:docMk/>
            <pc:sldMk cId="3910469043" sldId="300"/>
            <ac:picMk id="2" creationId="{00000000-0000-0000-0000-000000000000}"/>
          </ac:picMkLst>
        </pc:picChg>
      </pc:sldChg>
      <pc:sldChg chg="addSp delSp modSp">
        <pc:chgData name="Guest User" userId="S::urn:spo:tenantanon#8ba02f42-a433-4ad5-bdab-0103a1bc5fa5::" providerId="AD" clId="Web-{00000000-0000-0000-0000-000000000000}" dt="2026-09-12T15:21:03.087" v="542" actId="20577"/>
        <pc:sldMkLst>
          <pc:docMk/>
          <pc:sldMk cId="2583585445" sldId="301"/>
        </pc:sldMkLst>
        <pc:spChg chg="add del mod">
          <ac:chgData name="Guest User" userId="S::urn:spo:tenantanon#8ba02f42-a433-4ad5-bdab-0103a1bc5fa5::" providerId="AD" clId="Web-{00000000-0000-0000-0000-000000000000}" dt="2026-09-12T15:21:03.087" v="542" actId="20577"/>
          <ac:spMkLst>
            <pc:docMk/>
            <pc:sldMk cId="2583585445" sldId="301"/>
            <ac:spMk id="218" creationId="{21E78D73-4183-02A6-BAE7-3796BFE2EF76}"/>
          </ac:spMkLst>
        </pc:spChg>
      </pc:sldChg>
      <pc:sldChg chg="del">
        <pc:chgData name="Guest User" userId="S::urn:spo:tenantanon#8ba02f42-a433-4ad5-bdab-0103a1bc5fa5::" providerId="AD" clId="Web-{00000000-0000-0000-0000-000000000000}" dt="2026-09-12T15:14:26.087" v="532"/>
        <pc:sldMkLst>
          <pc:docMk/>
          <pc:sldMk cId="0" sldId="302"/>
        </pc:sldMkLst>
      </pc:sldChg>
    </pc:docChg>
  </pc:docChgLst>
  <pc:docChgLst>
    <pc:chgData name="Guest User" userId="S::urn:spo:tenantanon#8ba02f42-a433-4ad5-bdab-0103a1bc5fa5::" providerId="AD" clId="Web-{98FABF1B-6733-9EBA-8DF0-BAE6A3E56A8A}"/>
    <pc:docChg chg="modSld">
      <pc:chgData name="Guest User" userId="S::urn:spo:tenantanon#8ba02f42-a433-4ad5-bdab-0103a1bc5fa5::" providerId="AD" clId="Web-{98FABF1B-6733-9EBA-8DF0-BAE6A3E56A8A}" dt="2026-09-12T09:55:15.802" v="3" actId="20577"/>
      <pc:docMkLst>
        <pc:docMk/>
      </pc:docMkLst>
      <pc:sldChg chg="modSp">
        <pc:chgData name="Guest User" userId="S::urn:spo:tenantanon#8ba02f42-a433-4ad5-bdab-0103a1bc5fa5::" providerId="AD" clId="Web-{98FABF1B-6733-9EBA-8DF0-BAE6A3E56A8A}" dt="2026-09-12T09:55:15.802" v="3" actId="20577"/>
        <pc:sldMkLst>
          <pc:docMk/>
          <pc:sldMk cId="3916788613" sldId="296"/>
        </pc:sldMkLst>
        <pc:spChg chg="mod">
          <ac:chgData name="Guest User" userId="S::urn:spo:tenantanon#8ba02f42-a433-4ad5-bdab-0103a1bc5fa5::" providerId="AD" clId="Web-{98FABF1B-6733-9EBA-8DF0-BAE6A3E56A8A}" dt="2026-09-12T09:55:15.802" v="3" actId="20577"/>
          <ac:spMkLst>
            <pc:docMk/>
            <pc:sldMk cId="3916788613" sldId="296"/>
            <ac:spMk id="17410" creationId="{00000000-0000-0000-0000-000000000000}"/>
          </ac:spMkLst>
        </pc:spChg>
      </pc:sldChg>
    </pc:docChg>
  </pc:docChgLst>
  <pc:docChgLst>
    <pc:chgData name="KONNEBALRAJU" userId="S::ugs24114_it.balraju@cbit.org.in::568288e1-7c46-4baa-a6cd-edb8617a19d4" providerId="AD" clId="Web-{3AD708FC-0DB9-7C31-84C8-2F062AADE7CA}"/>
    <pc:docChg chg="modSld">
      <pc:chgData name="KONNEBALRAJU" userId="S::ugs24114_it.balraju@cbit.org.in::568288e1-7c46-4baa-a6cd-edb8617a19d4" providerId="AD" clId="Web-{3AD708FC-0DB9-7C31-84C8-2F062AADE7CA}" dt="2026-09-11T18:30:08.749" v="97" actId="1076"/>
      <pc:docMkLst>
        <pc:docMk/>
      </pc:docMkLst>
      <pc:sldChg chg="modSp">
        <pc:chgData name="KONNEBALRAJU" userId="S::ugs24114_it.balraju@cbit.org.in::568288e1-7c46-4baa-a6cd-edb8617a19d4" providerId="AD" clId="Web-{3AD708FC-0DB9-7C31-84C8-2F062AADE7CA}" dt="2026-09-11T18:16:25.965" v="28" actId="14100"/>
        <pc:sldMkLst>
          <pc:docMk/>
          <pc:sldMk cId="0" sldId="281"/>
        </pc:sldMkLst>
        <pc:spChg chg="mod">
          <ac:chgData name="KONNEBALRAJU" userId="S::ugs24114_it.balraju@cbit.org.in::568288e1-7c46-4baa-a6cd-edb8617a19d4" providerId="AD" clId="Web-{3AD708FC-0DB9-7C31-84C8-2F062AADE7CA}" dt="2026-09-11T18:16:25.965" v="28" actId="14100"/>
          <ac:spMkLst>
            <pc:docMk/>
            <pc:sldMk cId="0" sldId="281"/>
            <ac:spMk id="10" creationId="{5DBCE864-823D-4A13-9607-5DA1F0ED5FB8}"/>
          </ac:spMkLst>
        </pc:spChg>
      </pc:sldChg>
      <pc:sldChg chg="addSp delSp modSp">
        <pc:chgData name="KONNEBALRAJU" userId="S::ugs24114_it.balraju@cbit.org.in::568288e1-7c46-4baa-a6cd-edb8617a19d4" providerId="AD" clId="Web-{3AD708FC-0DB9-7C31-84C8-2F062AADE7CA}" dt="2026-09-11T18:30:08.749" v="97" actId="1076"/>
        <pc:sldMkLst>
          <pc:docMk/>
          <pc:sldMk cId="0" sldId="290"/>
        </pc:sldMkLst>
        <pc:spChg chg="add del mod">
          <ac:chgData name="KONNEBALRAJU" userId="S::ugs24114_it.balraju@cbit.org.in::568288e1-7c46-4baa-a6cd-edb8617a19d4" providerId="AD" clId="Web-{3AD708FC-0DB9-7C31-84C8-2F062AADE7CA}" dt="2026-09-11T18:23:23.669" v="63"/>
          <ac:spMkLst>
            <pc:docMk/>
            <pc:sldMk cId="0" sldId="290"/>
            <ac:spMk id="3" creationId="{F57DCFFB-F26E-62B2-9899-01A5884DBF30}"/>
          </ac:spMkLst>
        </pc:spChg>
        <pc:spChg chg="add del mod ord">
          <ac:chgData name="KONNEBALRAJU" userId="S::ugs24114_it.balraju@cbit.org.in::568288e1-7c46-4baa-a6cd-edb8617a19d4" providerId="AD" clId="Web-{3AD708FC-0DB9-7C31-84C8-2F062AADE7CA}" dt="2026-09-11T18:25:46.128" v="66" actId="14100"/>
          <ac:spMkLst>
            <pc:docMk/>
            <pc:sldMk cId="0" sldId="290"/>
            <ac:spMk id="11" creationId="{5DBCE864-823D-4A13-9607-5DA1F0ED5FB8}"/>
          </ac:spMkLst>
        </pc:spChg>
        <pc:picChg chg="add del mod modCrop">
          <ac:chgData name="KONNEBALRAJU" userId="S::ugs24114_it.balraju@cbit.org.in::568288e1-7c46-4baa-a6cd-edb8617a19d4" providerId="AD" clId="Web-{3AD708FC-0DB9-7C31-84C8-2F062AADE7CA}" dt="2026-09-11T18:28:18.182" v="67"/>
          <ac:picMkLst>
            <pc:docMk/>
            <pc:sldMk cId="0" sldId="290"/>
            <ac:picMk id="2" creationId="{E8D3D60B-E189-1737-CCD8-BA6FF0DA57EC}"/>
          </ac:picMkLst>
        </pc:picChg>
        <pc:picChg chg="add mod modCrop">
          <ac:chgData name="KONNEBALRAJU" userId="S::ugs24114_it.balraju@cbit.org.in::568288e1-7c46-4baa-a6cd-edb8617a19d4" providerId="AD" clId="Web-{3AD708FC-0DB9-7C31-84C8-2F062AADE7CA}" dt="2026-09-11T18:30:08.749" v="97" actId="1076"/>
          <ac:picMkLst>
            <pc:docMk/>
            <pc:sldMk cId="0" sldId="290"/>
            <ac:picMk id="4" creationId="{D2D1C183-B6C8-4BF6-9995-743763ACD6B3}"/>
          </ac:picMkLst>
        </pc:picChg>
      </pc:sldChg>
      <pc:sldChg chg="modSp">
        <pc:chgData name="KONNEBALRAJU" userId="S::ugs24114_it.balraju@cbit.org.in::568288e1-7c46-4baa-a6cd-edb8617a19d4" providerId="AD" clId="Web-{3AD708FC-0DB9-7C31-84C8-2F062AADE7CA}" dt="2026-09-11T18:15:37.541" v="26" actId="20577"/>
        <pc:sldMkLst>
          <pc:docMk/>
          <pc:sldMk cId="0" sldId="291"/>
        </pc:sldMkLst>
        <pc:spChg chg="mod">
          <ac:chgData name="KONNEBALRAJU" userId="S::ugs24114_it.balraju@cbit.org.in::568288e1-7c46-4baa-a6cd-edb8617a19d4" providerId="AD" clId="Web-{3AD708FC-0DB9-7C31-84C8-2F062AADE7CA}" dt="2026-09-11T18:15:37.541" v="26" actId="20577"/>
          <ac:spMkLst>
            <pc:docMk/>
            <pc:sldMk cId="0" sldId="291"/>
            <ac:spMk id="10" creationId="{00000000-0000-0000-0000-000000000000}"/>
          </ac:spMkLst>
        </pc:spChg>
      </pc:sldChg>
      <pc:sldChg chg="delSp">
        <pc:chgData name="KONNEBALRAJU" userId="S::ugs24114_it.balraju@cbit.org.in::568288e1-7c46-4baa-a6cd-edb8617a19d4" providerId="AD" clId="Web-{3AD708FC-0DB9-7C31-84C8-2F062AADE7CA}" dt="2026-09-11T18:14:22.785" v="0"/>
        <pc:sldMkLst>
          <pc:docMk/>
          <pc:sldMk cId="3753387913" sldId="293"/>
        </pc:sldMkLst>
        <pc:spChg chg="del">
          <ac:chgData name="KONNEBALRAJU" userId="S::ugs24114_it.balraju@cbit.org.in::568288e1-7c46-4baa-a6cd-edb8617a19d4" providerId="AD" clId="Web-{3AD708FC-0DB9-7C31-84C8-2F062AADE7CA}" dt="2026-09-11T18:14:22.785" v="0"/>
          <ac:spMkLst>
            <pc:docMk/>
            <pc:sldMk cId="3753387913" sldId="293"/>
            <ac:spMk id="17410" creationId="{00000000-0000-0000-0000-000000000000}"/>
          </ac:spMkLst>
        </pc:spChg>
      </pc:sldChg>
    </pc:docChg>
  </pc:docChgLst>
  <pc:docChgLst>
    <pc:chgData name="Guest User" userId="S::urn:spo:tenantanon#8ba02f42-a433-4ad5-bdab-0103a1bc5fa5::" providerId="AD" clId="Web-{192B0535-B44B-2F9A-185E-6561C96584EC}"/>
    <pc:docChg chg="modSld">
      <pc:chgData name="Guest User" userId="S::urn:spo:tenantanon#8ba02f42-a433-4ad5-bdab-0103a1bc5fa5::" providerId="AD" clId="Web-{192B0535-B44B-2F9A-185E-6561C96584EC}" dt="2026-09-11T19:54:54.679" v="26" actId="1076"/>
      <pc:docMkLst>
        <pc:docMk/>
      </pc:docMkLst>
      <pc:sldChg chg="addSp delSp modSp">
        <pc:chgData name="Guest User" userId="S::urn:spo:tenantanon#8ba02f42-a433-4ad5-bdab-0103a1bc5fa5::" providerId="AD" clId="Web-{192B0535-B44B-2F9A-185E-6561C96584EC}" dt="2026-09-11T19:54:54.679" v="26" actId="1076"/>
        <pc:sldMkLst>
          <pc:docMk/>
          <pc:sldMk cId="0" sldId="290"/>
        </pc:sldMkLst>
        <pc:spChg chg="del mod">
          <ac:chgData name="Guest User" userId="S::urn:spo:tenantanon#8ba02f42-a433-4ad5-bdab-0103a1bc5fa5::" providerId="AD" clId="Web-{192B0535-B44B-2F9A-185E-6561C96584EC}" dt="2026-09-11T19:52:35.987" v="1"/>
          <ac:spMkLst>
            <pc:docMk/>
            <pc:sldMk cId="0" sldId="290"/>
            <ac:spMk id="17410" creationId="{00000000-0000-0000-0000-000000000000}"/>
          </ac:spMkLst>
        </pc:spChg>
        <pc:picChg chg="add mod">
          <ac:chgData name="Guest User" userId="S::urn:spo:tenantanon#8ba02f42-a433-4ad5-bdab-0103a1bc5fa5::" providerId="AD" clId="Web-{192B0535-B44B-2F9A-185E-6561C96584EC}" dt="2026-09-11T19:54:54.679" v="26" actId="1076"/>
          <ac:picMkLst>
            <pc:docMk/>
            <pc:sldMk cId="0" sldId="290"/>
            <ac:picMk id="2" creationId="{3F251ABB-BBE2-59D6-92AD-ED369219E22A}"/>
          </ac:picMkLst>
        </pc:picChg>
        <pc:picChg chg="del mod">
          <ac:chgData name="Guest User" userId="S::urn:spo:tenantanon#8ba02f42-a433-4ad5-bdab-0103a1bc5fa5::" providerId="AD" clId="Web-{192B0535-B44B-2F9A-185E-6561C96584EC}" dt="2026-09-11T19:54:12.771" v="13"/>
          <ac:picMkLst>
            <pc:docMk/>
            <pc:sldMk cId="0" sldId="290"/>
            <ac:picMk id="4" creationId="{D2D1C183-B6C8-4BF6-9995-743763ACD6B3}"/>
          </ac:picMkLst>
        </pc:picChg>
      </pc:sldChg>
    </pc:docChg>
  </pc:docChgLst>
  <pc:docChgLst>
    <pc:chgData name="Guest User" userId="S::urn:spo:tenantanon#8ba02f42-a433-4ad5-bdab-0103a1bc5fa5::" providerId="AD" clId="Web-{A05BC83F-4CA7-AFB9-3A8C-B6A812B9788D}"/>
    <pc:docChg chg="modSld">
      <pc:chgData name="Guest User" userId="S::urn:spo:tenantanon#8ba02f42-a433-4ad5-bdab-0103a1bc5fa5::" providerId="AD" clId="Web-{A05BC83F-4CA7-AFB9-3A8C-B6A812B9788D}" dt="2026-09-12T13:28:54.287" v="3" actId="1076"/>
      <pc:docMkLst>
        <pc:docMk/>
      </pc:docMkLst>
      <pc:sldChg chg="modSp">
        <pc:chgData name="Guest User" userId="S::urn:spo:tenantanon#8ba02f42-a433-4ad5-bdab-0103a1bc5fa5::" providerId="AD" clId="Web-{A05BC83F-4CA7-AFB9-3A8C-B6A812B9788D}" dt="2026-09-12T13:28:54.287" v="3" actId="1076"/>
        <pc:sldMkLst>
          <pc:docMk/>
          <pc:sldMk cId="0" sldId="257"/>
        </pc:sldMkLst>
        <pc:spChg chg="mod">
          <ac:chgData name="Guest User" userId="S::urn:spo:tenantanon#8ba02f42-a433-4ad5-bdab-0103a1bc5fa5::" providerId="AD" clId="Web-{A05BC83F-4CA7-AFB9-3A8C-B6A812B9788D}" dt="2026-09-12T13:28:54.287" v="3" actId="1076"/>
          <ac:spMkLst>
            <pc:docMk/>
            <pc:sldMk cId="0" sldId="257"/>
            <ac:spMk id="68" creationId="{00000000-0000-0000-0000-000000000000}"/>
          </ac:spMkLst>
        </pc:spChg>
      </pc:sldChg>
    </pc:docChg>
  </pc:docChgLst>
  <pc:docChgLst>
    <pc:chgData name="KONNEBALRAJU" userId="568288e1-7c46-4baa-a6cd-edb8617a19d4" providerId="ADAL" clId="{3D913C89-8A40-490F-8481-81AD36825FD1}"/>
    <pc:docChg chg="undo redo custSel addSld delSld modSld sldOrd">
      <pc:chgData name="KONNEBALRAJU" userId="568288e1-7c46-4baa-a6cd-edb8617a19d4" providerId="ADAL" clId="{3D913C89-8A40-490F-8481-81AD36825FD1}" dt="2026-09-12T18:07:59.932" v="4104" actId="1035"/>
      <pc:docMkLst>
        <pc:docMk/>
      </pc:docMkLst>
      <pc:sldChg chg="addSp delSp modSp add mod ord">
        <pc:chgData name="KONNEBALRAJU" userId="568288e1-7c46-4baa-a6cd-edb8617a19d4" providerId="ADAL" clId="{3D913C89-8A40-490F-8481-81AD36825FD1}" dt="2026-09-12T13:36:01.626" v="3404" actId="34135"/>
        <pc:sldMkLst>
          <pc:docMk/>
          <pc:sldMk cId="0" sldId="256"/>
        </pc:sldMkLst>
        <pc:spChg chg="add mod">
          <ac:chgData name="KONNEBALRAJU" userId="568288e1-7c46-4baa-a6cd-edb8617a19d4" providerId="ADAL" clId="{3D913C89-8A40-490F-8481-81AD36825FD1}" dt="2026-09-12T10:11:15.377" v="830" actId="1037"/>
          <ac:spMkLst>
            <pc:docMk/>
            <pc:sldMk cId="0" sldId="256"/>
            <ac:spMk id="2" creationId="{F5D92AA4-ECB7-8007-6758-F606A38DD290}"/>
          </ac:spMkLst>
        </pc:spChg>
        <pc:spChg chg="add mod ord">
          <ac:chgData name="KONNEBALRAJU" userId="568288e1-7c46-4baa-a6cd-edb8617a19d4" providerId="ADAL" clId="{3D913C89-8A40-490F-8481-81AD36825FD1}" dt="2026-09-12T12:25:55.757" v="2384" actId="1076"/>
          <ac:spMkLst>
            <pc:docMk/>
            <pc:sldMk cId="0" sldId="256"/>
            <ac:spMk id="3" creationId="{966D3178-865F-94B1-C16B-97E7CE6E6B8A}"/>
          </ac:spMkLst>
        </pc:spChg>
        <pc:spChg chg="del">
          <ac:chgData name="KONNEBALRAJU" userId="568288e1-7c46-4baa-a6cd-edb8617a19d4" providerId="ADAL" clId="{3D913C89-8A40-490F-8481-81AD36825FD1}" dt="2026-09-12T08:26:27.383" v="74" actId="478"/>
          <ac:spMkLst>
            <pc:docMk/>
            <pc:sldMk cId="0" sldId="256"/>
            <ac:spMk id="4" creationId="{00000000-0000-0000-0000-000000000000}"/>
          </ac:spMkLst>
        </pc:spChg>
        <pc:spChg chg="del">
          <ac:chgData name="KONNEBALRAJU" userId="568288e1-7c46-4baa-a6cd-edb8617a19d4" providerId="ADAL" clId="{3D913C89-8A40-490F-8481-81AD36825FD1}" dt="2026-09-12T08:26:27.383" v="74" actId="478"/>
          <ac:spMkLst>
            <pc:docMk/>
            <pc:sldMk cId="0" sldId="256"/>
            <ac:spMk id="5" creationId="{00000000-0000-0000-0000-000000000000}"/>
          </ac:spMkLst>
        </pc:spChg>
        <pc:spChg chg="del">
          <ac:chgData name="KONNEBALRAJU" userId="568288e1-7c46-4baa-a6cd-edb8617a19d4" providerId="ADAL" clId="{3D913C89-8A40-490F-8481-81AD36825FD1}" dt="2026-09-12T08:26:29.589" v="75" actId="478"/>
          <ac:spMkLst>
            <pc:docMk/>
            <pc:sldMk cId="0" sldId="256"/>
            <ac:spMk id="6" creationId="{00000000-0000-0000-0000-000000000000}"/>
          </ac:spMkLst>
        </pc:spChg>
        <pc:spChg chg="add mod">
          <ac:chgData name="KONNEBALRAJU" userId="568288e1-7c46-4baa-a6cd-edb8617a19d4" providerId="ADAL" clId="{3D913C89-8A40-490F-8481-81AD36825FD1}" dt="2026-09-12T10:46:35.561" v="1242" actId="207"/>
          <ac:spMkLst>
            <pc:docMk/>
            <pc:sldMk cId="0" sldId="256"/>
            <ac:spMk id="6" creationId="{9040DDCE-C589-6AA4-CB98-153FE3A9159D}"/>
          </ac:spMkLst>
        </pc:spChg>
        <pc:spChg chg="del">
          <ac:chgData name="KONNEBALRAJU" userId="568288e1-7c46-4baa-a6cd-edb8617a19d4" providerId="ADAL" clId="{3D913C89-8A40-490F-8481-81AD36825FD1}" dt="2026-09-12T08:26:27.383" v="74" actId="478"/>
          <ac:spMkLst>
            <pc:docMk/>
            <pc:sldMk cId="0" sldId="256"/>
            <ac:spMk id="7" creationId="{00000000-0000-0000-0000-000000000000}"/>
          </ac:spMkLst>
        </pc:spChg>
        <pc:spChg chg="add mod">
          <ac:chgData name="KONNEBALRAJU" userId="568288e1-7c46-4baa-a6cd-edb8617a19d4" providerId="ADAL" clId="{3D913C89-8A40-490F-8481-81AD36825FD1}" dt="2026-09-12T10:43:13.348" v="1204" actId="207"/>
          <ac:spMkLst>
            <pc:docMk/>
            <pc:sldMk cId="0" sldId="256"/>
            <ac:spMk id="7" creationId="{B975205B-236E-9B02-39E5-CA7401799802}"/>
          </ac:spMkLst>
        </pc:spChg>
        <pc:spChg chg="mod">
          <ac:chgData name="KONNEBALRAJU" userId="568288e1-7c46-4baa-a6cd-edb8617a19d4" providerId="ADAL" clId="{3D913C89-8A40-490F-8481-81AD36825FD1}" dt="2026-09-12T11:06:48.870" v="1461" actId="14100"/>
          <ac:spMkLst>
            <pc:docMk/>
            <pc:sldMk cId="0" sldId="256"/>
            <ac:spMk id="14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1:06:51.961" v="1462" actId="14100"/>
          <ac:spMkLst>
            <pc:docMk/>
            <pc:sldMk cId="0" sldId="256"/>
            <ac:spMk id="15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08:43:50.032" v="167" actId="403"/>
          <ac:spMkLst>
            <pc:docMk/>
            <pc:sldMk cId="0" sldId="256"/>
            <ac:spMk id="16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1:05:43.279" v="1446" actId="14100"/>
          <ac:spMkLst>
            <pc:docMk/>
            <pc:sldMk cId="0" sldId="256"/>
            <ac:spMk id="20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1:05:37.220" v="1444" actId="14100"/>
          <ac:spMkLst>
            <pc:docMk/>
            <pc:sldMk cId="0" sldId="256"/>
            <ac:spMk id="21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1:05:30.723" v="1441" actId="14100"/>
          <ac:spMkLst>
            <pc:docMk/>
            <pc:sldMk cId="0" sldId="256"/>
            <ac:spMk id="25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1:05:24.861" v="1439" actId="14100"/>
          <ac:spMkLst>
            <pc:docMk/>
            <pc:sldMk cId="0" sldId="256"/>
            <ac:spMk id="26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1:05:52.134" v="1448" actId="14100"/>
          <ac:spMkLst>
            <pc:docMk/>
            <pc:sldMk cId="0" sldId="256"/>
            <ac:spMk id="30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3:36:01.626" v="3404" actId="34135"/>
          <ac:spMkLst>
            <pc:docMk/>
            <pc:sldMk cId="0" sldId="256"/>
            <ac:spMk id="31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1:06:25.671" v="1455" actId="14100"/>
          <ac:spMkLst>
            <pc:docMk/>
            <pc:sldMk cId="0" sldId="256"/>
            <ac:spMk id="35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08:49:09.382" v="195" actId="207"/>
          <ac:spMkLst>
            <pc:docMk/>
            <pc:sldMk cId="0" sldId="256"/>
            <ac:spMk id="36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0:47:52.457" v="1249" actId="14100"/>
          <ac:spMkLst>
            <pc:docMk/>
            <pc:sldMk cId="0" sldId="256"/>
            <ac:spMk id="38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0:48:26.342" v="1252" actId="14100"/>
          <ac:spMkLst>
            <pc:docMk/>
            <pc:sldMk cId="0" sldId="256"/>
            <ac:spMk id="39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0:48:40.695" v="1256" actId="1076"/>
          <ac:spMkLst>
            <pc:docMk/>
            <pc:sldMk cId="0" sldId="256"/>
            <ac:spMk id="41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0:48:22.009" v="1251" actId="14100"/>
          <ac:spMkLst>
            <pc:docMk/>
            <pc:sldMk cId="0" sldId="256"/>
            <ac:spMk id="42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0:48:46.789" v="1257" actId="1076"/>
          <ac:spMkLst>
            <pc:docMk/>
            <pc:sldMk cId="0" sldId="256"/>
            <ac:spMk id="44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08:34:56.806" v="144" actId="207"/>
          <ac:spMkLst>
            <pc:docMk/>
            <pc:sldMk cId="0" sldId="256"/>
            <ac:spMk id="46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08:47:35.610" v="189" actId="207"/>
          <ac:spMkLst>
            <pc:docMk/>
            <pc:sldMk cId="0" sldId="256"/>
            <ac:spMk id="50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08:46:06.959" v="181" actId="207"/>
          <ac:spMkLst>
            <pc:docMk/>
            <pc:sldMk cId="0" sldId="256"/>
            <ac:spMk id="53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08:47:23.629" v="188" actId="207"/>
          <ac:spMkLst>
            <pc:docMk/>
            <pc:sldMk cId="0" sldId="256"/>
            <ac:spMk id="59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08:47:23.629" v="188" actId="207"/>
          <ac:spMkLst>
            <pc:docMk/>
            <pc:sldMk cId="0" sldId="256"/>
            <ac:spMk id="60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08:47:14.240" v="187" actId="207"/>
          <ac:spMkLst>
            <pc:docMk/>
            <pc:sldMk cId="0" sldId="256"/>
            <ac:spMk id="64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08:47:14.240" v="187" actId="207"/>
          <ac:spMkLst>
            <pc:docMk/>
            <pc:sldMk cId="0" sldId="256"/>
            <ac:spMk id="65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3:36:01.626" v="3404" actId="34135"/>
          <ac:spMkLst>
            <pc:docMk/>
            <pc:sldMk cId="0" sldId="256"/>
            <ac:spMk id="66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2:27:19.993" v="2434" actId="404"/>
          <ac:spMkLst>
            <pc:docMk/>
            <pc:sldMk cId="0" sldId="256"/>
            <ac:spMk id="68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08:46:59.765" v="186" actId="207"/>
          <ac:spMkLst>
            <pc:docMk/>
            <pc:sldMk cId="0" sldId="256"/>
            <ac:spMk id="70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08:45:45.038" v="178" actId="207"/>
          <ac:spMkLst>
            <pc:docMk/>
            <pc:sldMk cId="0" sldId="256"/>
            <ac:spMk id="77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3:36:01.626" v="3404" actId="34135"/>
          <ac:spMkLst>
            <pc:docMk/>
            <pc:sldMk cId="0" sldId="256"/>
            <ac:spMk id="82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3:36:01.626" v="3404" actId="34135"/>
          <ac:spMkLst>
            <pc:docMk/>
            <pc:sldMk cId="0" sldId="256"/>
            <ac:spMk id="83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08:44:52.004" v="173" actId="207"/>
          <ac:spMkLst>
            <pc:docMk/>
            <pc:sldMk cId="0" sldId="256"/>
            <ac:spMk id="85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08:45:56.899" v="180" actId="207"/>
          <ac:spMkLst>
            <pc:docMk/>
            <pc:sldMk cId="0" sldId="256"/>
            <ac:spMk id="86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08:34:45.659" v="142" actId="207"/>
          <ac:spMkLst>
            <pc:docMk/>
            <pc:sldMk cId="0" sldId="256"/>
            <ac:spMk id="88" creationId="{00000000-0000-0000-0000-000000000000}"/>
          </ac:spMkLst>
        </pc:spChg>
        <pc:spChg chg="del">
          <ac:chgData name="KONNEBALRAJU" userId="568288e1-7c46-4baa-a6cd-edb8617a19d4" providerId="ADAL" clId="{3D913C89-8A40-490F-8481-81AD36825FD1}" dt="2026-09-12T08:46:29.352" v="182" actId="478"/>
          <ac:spMkLst>
            <pc:docMk/>
            <pc:sldMk cId="0" sldId="256"/>
            <ac:spMk id="89" creationId="{00000000-0000-0000-0000-000000000000}"/>
          </ac:spMkLst>
        </pc:spChg>
        <pc:spChg chg="add mod">
          <ac:chgData name="KONNEBALRAJU" userId="568288e1-7c46-4baa-a6cd-edb8617a19d4" providerId="ADAL" clId="{3D913C89-8A40-490F-8481-81AD36825FD1}" dt="2026-09-12T10:43:10.833" v="1203" actId="207"/>
          <ac:spMkLst>
            <pc:docMk/>
            <pc:sldMk cId="0" sldId="256"/>
            <ac:spMk id="89" creationId="{577EA931-A748-069A-8A45-624DF2ACE068}"/>
          </ac:spMkLst>
        </pc:spChg>
        <pc:spChg chg="add del">
          <ac:chgData name="KONNEBALRAJU" userId="568288e1-7c46-4baa-a6cd-edb8617a19d4" providerId="ADAL" clId="{3D913C89-8A40-490F-8481-81AD36825FD1}" dt="2026-09-12T10:42:19.868" v="1184" actId="478"/>
          <ac:spMkLst>
            <pc:docMk/>
            <pc:sldMk cId="0" sldId="256"/>
            <ac:spMk id="98" creationId="{00000000-0000-0000-0000-000000000000}"/>
          </ac:spMkLst>
        </pc:spChg>
        <pc:spChg chg="del mod">
          <ac:chgData name="KONNEBALRAJU" userId="568288e1-7c46-4baa-a6cd-edb8617a19d4" providerId="ADAL" clId="{3D913C89-8A40-490F-8481-81AD36825FD1}" dt="2026-09-12T10:01:53.455" v="716" actId="478"/>
          <ac:spMkLst>
            <pc:docMk/>
            <pc:sldMk cId="0" sldId="256"/>
            <ac:spMk id="99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0:05:08.096" v="752" actId="20577"/>
          <ac:spMkLst>
            <pc:docMk/>
            <pc:sldMk cId="0" sldId="256"/>
            <ac:spMk id="100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1:01:50.795" v="1392" actId="122"/>
          <ac:spMkLst>
            <pc:docMk/>
            <pc:sldMk cId="0" sldId="256"/>
            <ac:spMk id="101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09:58:32.472" v="687" actId="1076"/>
          <ac:spMkLst>
            <pc:docMk/>
            <pc:sldMk cId="0" sldId="256"/>
            <ac:spMk id="102" creationId="{00000000-0000-0000-0000-000000000000}"/>
          </ac:spMkLst>
        </pc:spChg>
        <pc:spChg chg="del">
          <ac:chgData name="KONNEBALRAJU" userId="568288e1-7c46-4baa-a6cd-edb8617a19d4" providerId="ADAL" clId="{3D913C89-8A40-490F-8481-81AD36825FD1}" dt="2026-09-12T10:35:45.558" v="1096" actId="478"/>
          <ac:spMkLst>
            <pc:docMk/>
            <pc:sldMk cId="0" sldId="256"/>
            <ac:spMk id="109" creationId="{00000000-0000-0000-0000-000000000000}"/>
          </ac:spMkLst>
        </pc:spChg>
        <pc:spChg chg="del mod">
          <ac:chgData name="KONNEBALRAJU" userId="568288e1-7c46-4baa-a6cd-edb8617a19d4" providerId="ADAL" clId="{3D913C89-8A40-490F-8481-81AD36825FD1}" dt="2026-09-12T09:58:27.023" v="685" actId="478"/>
          <ac:spMkLst>
            <pc:docMk/>
            <pc:sldMk cId="0" sldId="256"/>
            <ac:spMk id="110" creationId="{00000000-0000-0000-0000-000000000000}"/>
          </ac:spMkLst>
        </pc:spChg>
        <pc:spChg chg="del mod">
          <ac:chgData name="KONNEBALRAJU" userId="568288e1-7c46-4baa-a6cd-edb8617a19d4" providerId="ADAL" clId="{3D913C89-8A40-490F-8481-81AD36825FD1}" dt="2026-09-12T09:58:22.923" v="684" actId="478"/>
          <ac:spMkLst>
            <pc:docMk/>
            <pc:sldMk cId="0" sldId="256"/>
            <ac:spMk id="111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0:00:22.817" v="714" actId="113"/>
          <ac:spMkLst>
            <pc:docMk/>
            <pc:sldMk cId="0" sldId="256"/>
            <ac:spMk id="112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0:25:24.288" v="916" actId="255"/>
          <ac:spMkLst>
            <pc:docMk/>
            <pc:sldMk cId="0" sldId="256"/>
            <ac:spMk id="113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09:39:40.800" v="510" actId="1076"/>
          <ac:spMkLst>
            <pc:docMk/>
            <pc:sldMk cId="0" sldId="256"/>
            <ac:spMk id="115" creationId="{00000000-0000-0000-0000-000000000000}"/>
          </ac:spMkLst>
        </pc:spChg>
        <pc:spChg chg="add mod">
          <ac:chgData name="KONNEBALRAJU" userId="568288e1-7c46-4baa-a6cd-edb8617a19d4" providerId="ADAL" clId="{3D913C89-8A40-490F-8481-81AD36825FD1}" dt="2026-09-12T10:43:03.546" v="1201" actId="207"/>
          <ac:spMkLst>
            <pc:docMk/>
            <pc:sldMk cId="0" sldId="256"/>
            <ac:spMk id="116" creationId="{4604BD9C-9ADE-9CAF-BFFD-7B4DE916E3A3}"/>
          </ac:spMkLst>
        </pc:spChg>
        <pc:spChg chg="add mod">
          <ac:chgData name="KONNEBALRAJU" userId="568288e1-7c46-4baa-a6cd-edb8617a19d4" providerId="ADAL" clId="{3D913C89-8A40-490F-8481-81AD36825FD1}" dt="2026-09-12T10:43:07.500" v="1202" actId="207"/>
          <ac:spMkLst>
            <pc:docMk/>
            <pc:sldMk cId="0" sldId="256"/>
            <ac:spMk id="117" creationId="{A92612B4-C0FD-5747-5C68-67A7609084AC}"/>
          </ac:spMkLst>
        </pc:spChg>
        <pc:spChg chg="mod">
          <ac:chgData name="KONNEBALRAJU" userId="568288e1-7c46-4baa-a6cd-edb8617a19d4" providerId="ADAL" clId="{3D913C89-8A40-490F-8481-81AD36825FD1}" dt="2026-09-12T10:34:30.632" v="1081" actId="6549"/>
          <ac:spMkLst>
            <pc:docMk/>
            <pc:sldMk cId="0" sldId="256"/>
            <ac:spMk id="121" creationId="{00000000-0000-0000-0000-000000000000}"/>
          </ac:spMkLst>
        </pc:spChg>
        <pc:spChg chg="add del mod">
          <ac:chgData name="KONNEBALRAJU" userId="568288e1-7c46-4baa-a6cd-edb8617a19d4" providerId="ADAL" clId="{3D913C89-8A40-490F-8481-81AD36825FD1}" dt="2026-09-12T09:34:15.564" v="328" actId="478"/>
          <ac:spMkLst>
            <pc:docMk/>
            <pc:sldMk cId="0" sldId="256"/>
            <ac:spMk id="122" creationId="{00000000-0000-0000-0000-000000000000}"/>
          </ac:spMkLst>
        </pc:spChg>
        <pc:spChg chg="add del mod">
          <ac:chgData name="KONNEBALRAJU" userId="568288e1-7c46-4baa-a6cd-edb8617a19d4" providerId="ADAL" clId="{3D913C89-8A40-490F-8481-81AD36825FD1}" dt="2026-09-12T10:25:41.913" v="935" actId="1038"/>
          <ac:spMkLst>
            <pc:docMk/>
            <pc:sldMk cId="0" sldId="256"/>
            <ac:spMk id="123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0:25:24.288" v="916" actId="255"/>
          <ac:spMkLst>
            <pc:docMk/>
            <pc:sldMk cId="0" sldId="256"/>
            <ac:spMk id="124" creationId="{00000000-0000-0000-0000-000000000000}"/>
          </ac:spMkLst>
        </pc:spChg>
        <pc:spChg chg="del">
          <ac:chgData name="KONNEBALRAJU" userId="568288e1-7c46-4baa-a6cd-edb8617a19d4" providerId="ADAL" clId="{3D913C89-8A40-490F-8481-81AD36825FD1}" dt="2026-09-12T10:35:45.558" v="1096" actId="478"/>
          <ac:spMkLst>
            <pc:docMk/>
            <pc:sldMk cId="0" sldId="256"/>
            <ac:spMk id="131" creationId="{00000000-0000-0000-0000-000000000000}"/>
          </ac:spMkLst>
        </pc:spChg>
        <pc:spChg chg="del mod">
          <ac:chgData name="KONNEBALRAJU" userId="568288e1-7c46-4baa-a6cd-edb8617a19d4" providerId="ADAL" clId="{3D913C89-8A40-490F-8481-81AD36825FD1}" dt="2026-09-12T09:53:18.742" v="636" actId="478"/>
          <ac:spMkLst>
            <pc:docMk/>
            <pc:sldMk cId="0" sldId="256"/>
            <ac:spMk id="132" creationId="{00000000-0000-0000-0000-000000000000}"/>
          </ac:spMkLst>
        </pc:spChg>
        <pc:spChg chg="del mod">
          <ac:chgData name="KONNEBALRAJU" userId="568288e1-7c46-4baa-a6cd-edb8617a19d4" providerId="ADAL" clId="{3D913C89-8A40-490F-8481-81AD36825FD1}" dt="2026-09-12T09:53:13.110" v="634" actId="478"/>
          <ac:spMkLst>
            <pc:docMk/>
            <pc:sldMk cId="0" sldId="256"/>
            <ac:spMk id="133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09:55:34.022" v="682" actId="255"/>
          <ac:spMkLst>
            <pc:docMk/>
            <pc:sldMk cId="0" sldId="256"/>
            <ac:spMk id="134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0:25:24.288" v="916" actId="255"/>
          <ac:spMkLst>
            <pc:docMk/>
            <pc:sldMk cId="0" sldId="256"/>
            <ac:spMk id="135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09:39:08.397" v="498" actId="1076"/>
          <ac:spMkLst>
            <pc:docMk/>
            <pc:sldMk cId="0" sldId="256"/>
            <ac:spMk id="137" creationId="{00000000-0000-0000-0000-000000000000}"/>
          </ac:spMkLst>
        </pc:spChg>
        <pc:spChg chg="del mod">
          <ac:chgData name="KONNEBALRAJU" userId="568288e1-7c46-4baa-a6cd-edb8617a19d4" providerId="ADAL" clId="{3D913C89-8A40-490F-8481-81AD36825FD1}" dt="2026-09-12T10:35:37.167" v="1095" actId="478"/>
          <ac:spMkLst>
            <pc:docMk/>
            <pc:sldMk cId="0" sldId="256"/>
            <ac:spMk id="143" creationId="{00000000-0000-0000-0000-000000000000}"/>
          </ac:spMkLst>
        </pc:spChg>
        <pc:spChg chg="del mod">
          <ac:chgData name="KONNEBALRAJU" userId="568288e1-7c46-4baa-a6cd-edb8617a19d4" providerId="ADAL" clId="{3D913C89-8A40-490F-8481-81AD36825FD1}" dt="2026-09-12T09:37:11.235" v="460" actId="478"/>
          <ac:spMkLst>
            <pc:docMk/>
            <pc:sldMk cId="0" sldId="256"/>
            <ac:spMk id="144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09:55:17.233" v="677" actId="5793"/>
          <ac:spMkLst>
            <pc:docMk/>
            <pc:sldMk cId="0" sldId="256"/>
            <ac:spMk id="145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0:25:24.288" v="916" actId="255"/>
          <ac:spMkLst>
            <pc:docMk/>
            <pc:sldMk cId="0" sldId="256"/>
            <ac:spMk id="146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0:29:33.881" v="994" actId="403"/>
          <ac:spMkLst>
            <pc:docMk/>
            <pc:sldMk cId="0" sldId="256"/>
            <ac:spMk id="151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0:32:58.849" v="1059" actId="122"/>
          <ac:spMkLst>
            <pc:docMk/>
            <pc:sldMk cId="0" sldId="256"/>
            <ac:spMk id="152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3:36:01.626" v="3404" actId="34135"/>
          <ac:spMkLst>
            <pc:docMk/>
            <pc:sldMk cId="0" sldId="256"/>
            <ac:spMk id="153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3:36:01.626" v="3404" actId="34135"/>
          <ac:spMkLst>
            <pc:docMk/>
            <pc:sldMk cId="0" sldId="256"/>
            <ac:spMk id="156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3:36:01.626" v="3404" actId="34135"/>
          <ac:spMkLst>
            <pc:docMk/>
            <pc:sldMk cId="0" sldId="256"/>
            <ac:spMk id="158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08:44:25.126" v="170" actId="255"/>
          <ac:spMkLst>
            <pc:docMk/>
            <pc:sldMk cId="0" sldId="256"/>
            <ac:spMk id="161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3:36:01.626" v="3404" actId="34135"/>
          <ac:spMkLst>
            <pc:docMk/>
            <pc:sldMk cId="0" sldId="256"/>
            <ac:spMk id="164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1:03:34.779" v="1419" actId="14100"/>
          <ac:spMkLst>
            <pc:docMk/>
            <pc:sldMk cId="0" sldId="256"/>
            <ac:spMk id="167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1:03:49.610" v="1421" actId="14100"/>
          <ac:spMkLst>
            <pc:docMk/>
            <pc:sldMk cId="0" sldId="256"/>
            <ac:spMk id="168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1:03:21.769" v="1417" actId="14100"/>
          <ac:spMkLst>
            <pc:docMk/>
            <pc:sldMk cId="0" sldId="256"/>
            <ac:spMk id="173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1:03:52.502" v="1422" actId="403"/>
          <ac:spMkLst>
            <pc:docMk/>
            <pc:sldMk cId="0" sldId="256"/>
            <ac:spMk id="174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1:03:10.848" v="1415" actId="14100"/>
          <ac:spMkLst>
            <pc:docMk/>
            <pc:sldMk cId="0" sldId="256"/>
            <ac:spMk id="178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1:03:59.274" v="1425" actId="14100"/>
          <ac:spMkLst>
            <pc:docMk/>
            <pc:sldMk cId="0" sldId="256"/>
            <ac:spMk id="179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1:03:01.922" v="1413" actId="14100"/>
          <ac:spMkLst>
            <pc:docMk/>
            <pc:sldMk cId="0" sldId="256"/>
            <ac:spMk id="183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1:04:04.117" v="1427" actId="14100"/>
          <ac:spMkLst>
            <pc:docMk/>
            <pc:sldMk cId="0" sldId="256"/>
            <ac:spMk id="184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3:36:01.626" v="3404" actId="34135"/>
          <ac:spMkLst>
            <pc:docMk/>
            <pc:sldMk cId="0" sldId="256"/>
            <ac:spMk id="186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3:36:01.626" v="3404" actId="34135"/>
          <ac:spMkLst>
            <pc:docMk/>
            <pc:sldMk cId="0" sldId="256"/>
            <ac:spMk id="187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08:44:25.126" v="170" actId="255"/>
          <ac:spMkLst>
            <pc:docMk/>
            <pc:sldMk cId="0" sldId="256"/>
            <ac:spMk id="190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1:09:52.821" v="1476" actId="403"/>
          <ac:spMkLst>
            <pc:docMk/>
            <pc:sldMk cId="0" sldId="256"/>
            <ac:spMk id="194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08:30:55.630" v="117" actId="207"/>
          <ac:spMkLst>
            <pc:docMk/>
            <pc:sldMk cId="0" sldId="256"/>
            <ac:spMk id="195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08:30:55.630" v="117" actId="207"/>
          <ac:spMkLst>
            <pc:docMk/>
            <pc:sldMk cId="0" sldId="256"/>
            <ac:spMk id="198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0:24:29.520" v="905" actId="255"/>
          <ac:spMkLst>
            <pc:docMk/>
            <pc:sldMk cId="0" sldId="256"/>
            <ac:spMk id="201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0:24:37.752" v="907" actId="113"/>
          <ac:spMkLst>
            <pc:docMk/>
            <pc:sldMk cId="0" sldId="256"/>
            <ac:spMk id="204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0:24:18.757" v="901" actId="2711"/>
          <ac:spMkLst>
            <pc:docMk/>
            <pc:sldMk cId="0" sldId="256"/>
            <ac:spMk id="206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2:26:54.626" v="2431" actId="1038"/>
          <ac:spMkLst>
            <pc:docMk/>
            <pc:sldMk cId="0" sldId="256"/>
            <ac:spMk id="207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2:26:30.694" v="2411" actId="1035"/>
          <ac:spMkLst>
            <pc:docMk/>
            <pc:sldMk cId="0" sldId="256"/>
            <ac:spMk id="208" creationId="{00000000-0000-0000-0000-000000000000}"/>
          </ac:spMkLst>
        </pc:spChg>
        <pc:spChg chg="del">
          <ac:chgData name="KONNEBALRAJU" userId="568288e1-7c46-4baa-a6cd-edb8617a19d4" providerId="ADAL" clId="{3D913C89-8A40-490F-8481-81AD36825FD1}" dt="2026-09-12T08:27:18.551" v="92" actId="478"/>
          <ac:spMkLst>
            <pc:docMk/>
            <pc:sldMk cId="0" sldId="256"/>
            <ac:spMk id="210" creationId="{00000000-0000-0000-0000-000000000000}"/>
          </ac:spMkLst>
        </pc:spChg>
        <pc:spChg chg="del">
          <ac:chgData name="KONNEBALRAJU" userId="568288e1-7c46-4baa-a6cd-edb8617a19d4" providerId="ADAL" clId="{3D913C89-8A40-490F-8481-81AD36825FD1}" dt="2026-09-12T08:26:45.738" v="77" actId="478"/>
          <ac:spMkLst>
            <pc:docMk/>
            <pc:sldMk cId="0" sldId="256"/>
            <ac:spMk id="211" creationId="{00000000-0000-0000-0000-000000000000}"/>
          </ac:spMkLst>
        </pc:spChg>
        <pc:spChg chg="del">
          <ac:chgData name="KONNEBALRAJU" userId="568288e1-7c46-4baa-a6cd-edb8617a19d4" providerId="ADAL" clId="{3D913C89-8A40-490F-8481-81AD36825FD1}" dt="2026-09-12T08:26:44.536" v="76" actId="478"/>
          <ac:spMkLst>
            <pc:docMk/>
            <pc:sldMk cId="0" sldId="256"/>
            <ac:spMk id="212" creationId="{00000000-0000-0000-0000-000000000000}"/>
          </ac:spMkLst>
        </pc:spChg>
        <pc:spChg chg="del">
          <ac:chgData name="KONNEBALRAJU" userId="568288e1-7c46-4baa-a6cd-edb8617a19d4" providerId="ADAL" clId="{3D913C89-8A40-490F-8481-81AD36825FD1}" dt="2026-09-12T08:26:46.818" v="78" actId="478"/>
          <ac:spMkLst>
            <pc:docMk/>
            <pc:sldMk cId="0" sldId="256"/>
            <ac:spMk id="213" creationId="{00000000-0000-0000-0000-000000000000}"/>
          </ac:spMkLst>
        </pc:spChg>
        <pc:spChg chg="del">
          <ac:chgData name="KONNEBALRAJU" userId="568288e1-7c46-4baa-a6cd-edb8617a19d4" providerId="ADAL" clId="{3D913C89-8A40-490F-8481-81AD36825FD1}" dt="2026-09-12T08:26:56" v="81" actId="478"/>
          <ac:spMkLst>
            <pc:docMk/>
            <pc:sldMk cId="0" sldId="256"/>
            <ac:spMk id="214" creationId="{00000000-0000-0000-0000-000000000000}"/>
          </ac:spMkLst>
        </pc:spChg>
        <pc:spChg chg="add del mod">
          <ac:chgData name="KONNEBALRAJU" userId="568288e1-7c46-4baa-a6cd-edb8617a19d4" providerId="ADAL" clId="{3D913C89-8A40-490F-8481-81AD36825FD1}" dt="2026-09-12T10:07:11.660" v="762" actId="478"/>
          <ac:spMkLst>
            <pc:docMk/>
            <pc:sldMk cId="0" sldId="256"/>
            <ac:spMk id="217" creationId="{00000000-0000-0000-0000-000000000000}"/>
          </ac:spMkLst>
        </pc:spChg>
        <pc:spChg chg="del mod">
          <ac:chgData name="KONNEBALRAJU" userId="568288e1-7c46-4baa-a6cd-edb8617a19d4" providerId="ADAL" clId="{3D913C89-8A40-490F-8481-81AD36825FD1}" dt="2026-09-12T10:07:18.205" v="763" actId="478"/>
          <ac:spMkLst>
            <pc:docMk/>
            <pc:sldMk cId="0" sldId="256"/>
            <ac:spMk id="222" creationId="{00000000-0000-0000-0000-000000000000}"/>
          </ac:spMkLst>
        </pc:spChg>
        <pc:spChg chg="del mod">
          <ac:chgData name="KONNEBALRAJU" userId="568288e1-7c46-4baa-a6cd-edb8617a19d4" providerId="ADAL" clId="{3D913C89-8A40-490F-8481-81AD36825FD1}" dt="2026-09-12T10:07:18.205" v="763" actId="478"/>
          <ac:spMkLst>
            <pc:docMk/>
            <pc:sldMk cId="0" sldId="256"/>
            <ac:spMk id="223" creationId="{00000000-0000-0000-0000-000000000000}"/>
          </ac:spMkLst>
        </pc:spChg>
        <pc:spChg chg="del mod">
          <ac:chgData name="KONNEBALRAJU" userId="568288e1-7c46-4baa-a6cd-edb8617a19d4" providerId="ADAL" clId="{3D913C89-8A40-490F-8481-81AD36825FD1}" dt="2026-09-12T10:07:18.205" v="763" actId="478"/>
          <ac:spMkLst>
            <pc:docMk/>
            <pc:sldMk cId="0" sldId="256"/>
            <ac:spMk id="224" creationId="{00000000-0000-0000-0000-000000000000}"/>
          </ac:spMkLst>
        </pc:spChg>
        <pc:spChg chg="del mod">
          <ac:chgData name="KONNEBALRAJU" userId="568288e1-7c46-4baa-a6cd-edb8617a19d4" providerId="ADAL" clId="{3D913C89-8A40-490F-8481-81AD36825FD1}" dt="2026-09-12T10:07:18.205" v="763" actId="478"/>
          <ac:spMkLst>
            <pc:docMk/>
            <pc:sldMk cId="0" sldId="256"/>
            <ac:spMk id="225" creationId="{00000000-0000-0000-0000-000000000000}"/>
          </ac:spMkLst>
        </pc:spChg>
        <pc:spChg chg="del mod">
          <ac:chgData name="KONNEBALRAJU" userId="568288e1-7c46-4baa-a6cd-edb8617a19d4" providerId="ADAL" clId="{3D913C89-8A40-490F-8481-81AD36825FD1}" dt="2026-09-12T10:07:18.205" v="763" actId="478"/>
          <ac:spMkLst>
            <pc:docMk/>
            <pc:sldMk cId="0" sldId="256"/>
            <ac:spMk id="226" creationId="{00000000-0000-0000-0000-000000000000}"/>
          </ac:spMkLst>
        </pc:spChg>
        <pc:spChg chg="del mod">
          <ac:chgData name="KONNEBALRAJU" userId="568288e1-7c46-4baa-a6cd-edb8617a19d4" providerId="ADAL" clId="{3D913C89-8A40-490F-8481-81AD36825FD1}" dt="2026-09-12T10:07:06.917" v="761" actId="478"/>
          <ac:spMkLst>
            <pc:docMk/>
            <pc:sldMk cId="0" sldId="256"/>
            <ac:spMk id="227" creationId="{00000000-0000-0000-0000-000000000000}"/>
          </ac:spMkLst>
        </pc:spChg>
        <pc:spChg chg="del">
          <ac:chgData name="KONNEBALRAJU" userId="568288e1-7c46-4baa-a6cd-edb8617a19d4" providerId="ADAL" clId="{3D913C89-8A40-490F-8481-81AD36825FD1}" dt="2026-09-12T08:27:29.723" v="94" actId="478"/>
          <ac:spMkLst>
            <pc:docMk/>
            <pc:sldMk cId="0" sldId="256"/>
            <ac:spMk id="228" creationId="{00000000-0000-0000-0000-000000000000}"/>
          </ac:spMkLst>
        </pc:spChg>
        <pc:spChg chg="del mod">
          <ac:chgData name="KONNEBALRAJU" userId="568288e1-7c46-4baa-a6cd-edb8617a19d4" providerId="ADAL" clId="{3D913C89-8A40-490F-8481-81AD36825FD1}" dt="2026-09-12T08:25:32.973" v="67" actId="478"/>
          <ac:spMkLst>
            <pc:docMk/>
            <pc:sldMk cId="0" sldId="256"/>
            <ac:spMk id="230" creationId="{00000000-0000-0000-0000-000000000000}"/>
          </ac:spMkLst>
        </pc:spChg>
        <pc:spChg chg="del mod">
          <ac:chgData name="KONNEBALRAJU" userId="568288e1-7c46-4baa-a6cd-edb8617a19d4" providerId="ADAL" clId="{3D913C89-8A40-490F-8481-81AD36825FD1}" dt="2026-09-12T08:25:36.739" v="68" actId="478"/>
          <ac:spMkLst>
            <pc:docMk/>
            <pc:sldMk cId="0" sldId="256"/>
            <ac:spMk id="231" creationId="{00000000-0000-0000-0000-000000000000}"/>
          </ac:spMkLst>
        </pc:spChg>
        <pc:spChg chg="del mod">
          <ac:chgData name="KONNEBALRAJU" userId="568288e1-7c46-4baa-a6cd-edb8617a19d4" providerId="ADAL" clId="{3D913C89-8A40-490F-8481-81AD36825FD1}" dt="2026-09-12T08:27:15.611" v="91" actId="478"/>
          <ac:spMkLst>
            <pc:docMk/>
            <pc:sldMk cId="0" sldId="256"/>
            <ac:spMk id="232" creationId="{00000000-0000-0000-0000-000000000000}"/>
          </ac:spMkLst>
        </pc:spChg>
        <pc:spChg chg="add mod">
          <ac:chgData name="KONNEBALRAJU" userId="568288e1-7c46-4baa-a6cd-edb8617a19d4" providerId="ADAL" clId="{3D913C89-8A40-490F-8481-81AD36825FD1}" dt="2026-09-12T08:27:54.885" v="95"/>
          <ac:spMkLst>
            <pc:docMk/>
            <pc:sldMk cId="0" sldId="256"/>
            <ac:spMk id="233" creationId="{3943D894-9F38-0513-BE18-1969CDB2E9E0}"/>
          </ac:spMkLst>
        </pc:spChg>
        <pc:spChg chg="add mod">
          <ac:chgData name="KONNEBALRAJU" userId="568288e1-7c46-4baa-a6cd-edb8617a19d4" providerId="ADAL" clId="{3D913C89-8A40-490F-8481-81AD36825FD1}" dt="2026-09-12T08:28:01.336" v="96"/>
          <ac:spMkLst>
            <pc:docMk/>
            <pc:sldMk cId="0" sldId="256"/>
            <ac:spMk id="234" creationId="{6C9E331E-CDA8-BF65-C06D-148ADA535045}"/>
          </ac:spMkLst>
        </pc:spChg>
        <pc:spChg chg="add mod">
          <ac:chgData name="KONNEBALRAJU" userId="568288e1-7c46-4baa-a6cd-edb8617a19d4" providerId="ADAL" clId="{3D913C89-8A40-490F-8481-81AD36825FD1}" dt="2026-09-12T08:28:01.336" v="96"/>
          <ac:spMkLst>
            <pc:docMk/>
            <pc:sldMk cId="0" sldId="256"/>
            <ac:spMk id="235" creationId="{7EA69EB1-2A04-C6BB-8DFC-F6DB44F2078E}"/>
          </ac:spMkLst>
        </pc:spChg>
        <pc:spChg chg="add mod">
          <ac:chgData name="KONNEBALRAJU" userId="568288e1-7c46-4baa-a6cd-edb8617a19d4" providerId="ADAL" clId="{3D913C89-8A40-490F-8481-81AD36825FD1}" dt="2026-09-12T08:28:01.336" v="96"/>
          <ac:spMkLst>
            <pc:docMk/>
            <pc:sldMk cId="0" sldId="256"/>
            <ac:spMk id="236" creationId="{96C804CA-C65F-4B83-8243-9C4EB68676B7}"/>
          </ac:spMkLst>
        </pc:spChg>
        <pc:spChg chg="add mod">
          <ac:chgData name="KONNEBALRAJU" userId="568288e1-7c46-4baa-a6cd-edb8617a19d4" providerId="ADAL" clId="{3D913C89-8A40-490F-8481-81AD36825FD1}" dt="2026-09-12T08:27:54.885" v="95"/>
          <ac:spMkLst>
            <pc:docMk/>
            <pc:sldMk cId="0" sldId="256"/>
            <ac:spMk id="237" creationId="{10B74CEE-E05D-421F-CB6D-06EC4CA986E6}"/>
          </ac:spMkLst>
        </pc:spChg>
        <pc:spChg chg="add mod">
          <ac:chgData name="KONNEBALRAJU" userId="568288e1-7c46-4baa-a6cd-edb8617a19d4" providerId="ADAL" clId="{3D913C89-8A40-490F-8481-81AD36825FD1}" dt="2026-09-12T08:28:04.300" v="97"/>
          <ac:spMkLst>
            <pc:docMk/>
            <pc:sldMk cId="0" sldId="256"/>
            <ac:spMk id="239" creationId="{77848F25-AD11-4480-E94F-71815DB788FB}"/>
          </ac:spMkLst>
        </pc:spChg>
        <pc:spChg chg="add mod">
          <ac:chgData name="KONNEBALRAJU" userId="568288e1-7c46-4baa-a6cd-edb8617a19d4" providerId="ADAL" clId="{3D913C89-8A40-490F-8481-81AD36825FD1}" dt="2026-09-12T08:29:40.890" v="111" actId="20577"/>
          <ac:spMkLst>
            <pc:docMk/>
            <pc:sldMk cId="0" sldId="256"/>
            <ac:spMk id="240" creationId="{94DEC60C-F22F-A3C3-9F3C-1B02CE7DBF1D}"/>
          </ac:spMkLst>
        </pc:spChg>
        <pc:spChg chg="add mod">
          <ac:chgData name="KONNEBALRAJU" userId="568288e1-7c46-4baa-a6cd-edb8617a19d4" providerId="ADAL" clId="{3D913C89-8A40-490F-8481-81AD36825FD1}" dt="2026-09-12T13:00:29.100" v="2827" actId="555"/>
          <ac:spMkLst>
            <pc:docMk/>
            <pc:sldMk cId="0" sldId="256"/>
            <ac:spMk id="241" creationId="{4BD80EAA-827B-0B1C-FBE0-5175E96384FB}"/>
          </ac:spMkLst>
        </pc:spChg>
        <pc:spChg chg="add mod">
          <ac:chgData name="KONNEBALRAJU" userId="568288e1-7c46-4baa-a6cd-edb8617a19d4" providerId="ADAL" clId="{3D913C89-8A40-490F-8481-81AD36825FD1}" dt="2026-09-12T13:04:50.160" v="2911" actId="20577"/>
          <ac:spMkLst>
            <pc:docMk/>
            <pc:sldMk cId="0" sldId="256"/>
            <ac:spMk id="242" creationId="{01D54E9E-183B-2B0D-E78B-C365B49594BF}"/>
          </ac:spMkLst>
        </pc:spChg>
        <pc:spChg chg="add mod">
          <ac:chgData name="KONNEBALRAJU" userId="568288e1-7c46-4baa-a6cd-edb8617a19d4" providerId="ADAL" clId="{3D913C89-8A40-490F-8481-81AD36825FD1}" dt="2026-09-12T11:02:35.070" v="1409" actId="1035"/>
          <ac:spMkLst>
            <pc:docMk/>
            <pc:sldMk cId="0" sldId="256"/>
            <ac:spMk id="243" creationId="{751ABB33-3CDA-E2D8-DE2D-3ECEE7FCB2A7}"/>
          </ac:spMkLst>
        </pc:spChg>
        <pc:spChg chg="add mod">
          <ac:chgData name="KONNEBALRAJU" userId="568288e1-7c46-4baa-a6cd-edb8617a19d4" providerId="ADAL" clId="{3D913C89-8A40-490F-8481-81AD36825FD1}" dt="2026-09-12T08:29:21.899" v="106" actId="571"/>
          <ac:spMkLst>
            <pc:docMk/>
            <pc:sldMk cId="0" sldId="256"/>
            <ac:spMk id="245" creationId="{229FC396-7D1C-7D38-CAB1-F5E40EB09AAA}"/>
          </ac:spMkLst>
        </pc:spChg>
        <pc:spChg chg="add mod">
          <ac:chgData name="KONNEBALRAJU" userId="568288e1-7c46-4baa-a6cd-edb8617a19d4" providerId="ADAL" clId="{3D913C89-8A40-490F-8481-81AD36825FD1}" dt="2026-09-12T08:29:21.899" v="106" actId="571"/>
          <ac:spMkLst>
            <pc:docMk/>
            <pc:sldMk cId="0" sldId="256"/>
            <ac:spMk id="246" creationId="{3AC22A11-8B32-49A6-F7C3-D731E46FF7B0}"/>
          </ac:spMkLst>
        </pc:spChg>
        <pc:spChg chg="add mod">
          <ac:chgData name="KONNEBALRAJU" userId="568288e1-7c46-4baa-a6cd-edb8617a19d4" providerId="ADAL" clId="{3D913C89-8A40-490F-8481-81AD36825FD1}" dt="2026-09-12T08:29:36.136" v="109" actId="571"/>
          <ac:spMkLst>
            <pc:docMk/>
            <pc:sldMk cId="0" sldId="256"/>
            <ac:spMk id="247" creationId="{2B8D8AA3-7E66-3C06-67A9-08147665FD5C}"/>
          </ac:spMkLst>
        </pc:spChg>
        <pc:spChg chg="add mod">
          <ac:chgData name="KONNEBALRAJU" userId="568288e1-7c46-4baa-a6cd-edb8617a19d4" providerId="ADAL" clId="{3D913C89-8A40-490F-8481-81AD36825FD1}" dt="2026-09-12T08:29:36.136" v="109" actId="571"/>
          <ac:spMkLst>
            <pc:docMk/>
            <pc:sldMk cId="0" sldId="256"/>
            <ac:spMk id="248" creationId="{FFDEAE4C-D51C-9DF8-FFD6-417FAF85DDA2}"/>
          </ac:spMkLst>
        </pc:spChg>
        <pc:picChg chg="add del mod">
          <ac:chgData name="KONNEBALRAJU" userId="568288e1-7c46-4baa-a6cd-edb8617a19d4" providerId="ADAL" clId="{3D913C89-8A40-490F-8481-81AD36825FD1}" dt="2026-09-12T08:27:21.009" v="93" actId="478"/>
          <ac:picMkLst>
            <pc:docMk/>
            <pc:sldMk cId="0" sldId="256"/>
            <ac:picMk id="2" creationId="{00000000-0000-0000-0000-000000000000}"/>
          </ac:picMkLst>
        </pc:picChg>
        <pc:picChg chg="del">
          <ac:chgData name="KONNEBALRAJU" userId="568288e1-7c46-4baa-a6cd-edb8617a19d4" providerId="ADAL" clId="{3D913C89-8A40-490F-8481-81AD36825FD1}" dt="2026-09-12T08:26:17.644" v="73" actId="478"/>
          <ac:picMkLst>
            <pc:docMk/>
            <pc:sldMk cId="0" sldId="256"/>
            <ac:picMk id="3" creationId="{00000000-0000-0000-0000-000000000000}"/>
          </ac:picMkLst>
        </pc:picChg>
        <pc:picChg chg="mod modCrop">
          <ac:chgData name="KONNEBALRAJU" userId="568288e1-7c46-4baa-a6cd-edb8617a19d4" providerId="ADAL" clId="{3D913C89-8A40-490F-8481-81AD36825FD1}" dt="2026-09-12T12:21:59.534" v="2149" actId="14100"/>
          <ac:picMkLst>
            <pc:docMk/>
            <pc:sldMk cId="0" sldId="256"/>
            <ac:picMk id="4" creationId="{2BB17AC7-6A27-7D25-9B43-8237B932206F}"/>
          </ac:picMkLst>
        </pc:picChg>
        <pc:picChg chg="add mod">
          <ac:chgData name="KONNEBALRAJU" userId="568288e1-7c46-4baa-a6cd-edb8617a19d4" providerId="ADAL" clId="{3D913C89-8A40-490F-8481-81AD36825FD1}" dt="2026-09-12T10:33:09.878" v="1062" actId="1076"/>
          <ac:picMkLst>
            <pc:docMk/>
            <pc:sldMk cId="0" sldId="256"/>
            <ac:picMk id="5" creationId="{5B389133-B497-6816-38CB-72FF1D323216}"/>
          </ac:picMkLst>
        </pc:picChg>
        <pc:picChg chg="mod">
          <ac:chgData name="KONNEBALRAJU" userId="568288e1-7c46-4baa-a6cd-edb8617a19d4" providerId="ADAL" clId="{3D913C89-8A40-490F-8481-81AD36825FD1}" dt="2026-09-12T11:06:45.790" v="1459" actId="1076"/>
          <ac:picMkLst>
            <pc:docMk/>
            <pc:sldMk cId="0" sldId="256"/>
            <ac:picMk id="9" creationId="{00000000-0000-0000-0000-000000000000}"/>
          </ac:picMkLst>
        </pc:picChg>
        <pc:picChg chg="mod">
          <ac:chgData name="KONNEBALRAJU" userId="568288e1-7c46-4baa-a6cd-edb8617a19d4" providerId="ADAL" clId="{3D913C89-8A40-490F-8481-81AD36825FD1}" dt="2026-09-12T10:49:00.749" v="1259" actId="14100"/>
          <ac:picMkLst>
            <pc:docMk/>
            <pc:sldMk cId="0" sldId="256"/>
            <ac:picMk id="40" creationId="{00000000-0000-0000-0000-000000000000}"/>
          </ac:picMkLst>
        </pc:picChg>
        <pc:picChg chg="mod">
          <ac:chgData name="KONNEBALRAJU" userId="568288e1-7c46-4baa-a6cd-edb8617a19d4" providerId="ADAL" clId="{3D913C89-8A40-490F-8481-81AD36825FD1}" dt="2026-09-12T10:48:57.500" v="1258" actId="14100"/>
          <ac:picMkLst>
            <pc:docMk/>
            <pc:sldMk cId="0" sldId="256"/>
            <ac:picMk id="43" creationId="{00000000-0000-0000-0000-000000000000}"/>
          </ac:picMkLst>
        </pc:picChg>
        <pc:picChg chg="add del mod">
          <ac:chgData name="KONNEBALRAJU" userId="568288e1-7c46-4baa-a6cd-edb8617a19d4" providerId="ADAL" clId="{3D913C89-8A40-490F-8481-81AD36825FD1}" dt="2026-09-12T10:46:34.632" v="1241" actId="478"/>
          <ac:picMkLst>
            <pc:docMk/>
            <pc:sldMk cId="0" sldId="256"/>
            <ac:picMk id="55" creationId="{00000000-0000-0000-0000-000000000000}"/>
          </ac:picMkLst>
        </pc:picChg>
        <pc:picChg chg="del">
          <ac:chgData name="KONNEBALRAJU" userId="568288e1-7c46-4baa-a6cd-edb8617a19d4" providerId="ADAL" clId="{3D913C89-8A40-490F-8481-81AD36825FD1}" dt="2026-09-12T10:01:47.530" v="715" actId="478"/>
          <ac:picMkLst>
            <pc:docMk/>
            <pc:sldMk cId="0" sldId="256"/>
            <ac:picMk id="91" creationId="{00000000-0000-0000-0000-000000000000}"/>
          </ac:picMkLst>
        </pc:picChg>
        <pc:picChg chg="del">
          <ac:chgData name="KONNEBALRAJU" userId="568288e1-7c46-4baa-a6cd-edb8617a19d4" providerId="ADAL" clId="{3D913C89-8A40-490F-8481-81AD36825FD1}" dt="2026-09-12T10:01:47.530" v="715" actId="478"/>
          <ac:picMkLst>
            <pc:docMk/>
            <pc:sldMk cId="0" sldId="256"/>
            <ac:picMk id="92" creationId="{00000000-0000-0000-0000-000000000000}"/>
          </ac:picMkLst>
        </pc:picChg>
        <pc:picChg chg="del">
          <ac:chgData name="KONNEBALRAJU" userId="568288e1-7c46-4baa-a6cd-edb8617a19d4" providerId="ADAL" clId="{3D913C89-8A40-490F-8481-81AD36825FD1}" dt="2026-09-12T10:01:47.530" v="715" actId="478"/>
          <ac:picMkLst>
            <pc:docMk/>
            <pc:sldMk cId="0" sldId="256"/>
            <ac:picMk id="93" creationId="{00000000-0000-0000-0000-000000000000}"/>
          </ac:picMkLst>
        </pc:picChg>
        <pc:picChg chg="del">
          <ac:chgData name="KONNEBALRAJU" userId="568288e1-7c46-4baa-a6cd-edb8617a19d4" providerId="ADAL" clId="{3D913C89-8A40-490F-8481-81AD36825FD1}" dt="2026-09-12T10:01:47.530" v="715" actId="478"/>
          <ac:picMkLst>
            <pc:docMk/>
            <pc:sldMk cId="0" sldId="256"/>
            <ac:picMk id="94" creationId="{00000000-0000-0000-0000-000000000000}"/>
          </ac:picMkLst>
        </pc:picChg>
        <pc:picChg chg="del">
          <ac:chgData name="KONNEBALRAJU" userId="568288e1-7c46-4baa-a6cd-edb8617a19d4" providerId="ADAL" clId="{3D913C89-8A40-490F-8481-81AD36825FD1}" dt="2026-09-12T10:01:47.530" v="715" actId="478"/>
          <ac:picMkLst>
            <pc:docMk/>
            <pc:sldMk cId="0" sldId="256"/>
            <ac:picMk id="95" creationId="{00000000-0000-0000-0000-000000000000}"/>
          </ac:picMkLst>
        </pc:picChg>
        <pc:picChg chg="mod">
          <ac:chgData name="KONNEBALRAJU" userId="568288e1-7c46-4baa-a6cd-edb8617a19d4" providerId="ADAL" clId="{3D913C89-8A40-490F-8481-81AD36825FD1}" dt="2026-09-12T10:34:18.254" v="1079" actId="1035"/>
          <ac:picMkLst>
            <pc:docMk/>
            <pc:sldMk cId="0" sldId="256"/>
            <ac:picMk id="96" creationId="{00000000-0000-0000-0000-000000000000}"/>
          </ac:picMkLst>
        </pc:picChg>
        <pc:picChg chg="add del">
          <ac:chgData name="KONNEBALRAJU" userId="568288e1-7c46-4baa-a6cd-edb8617a19d4" providerId="ADAL" clId="{3D913C89-8A40-490F-8481-81AD36825FD1}" dt="2026-09-12T10:42:19.868" v="1184" actId="478"/>
          <ac:picMkLst>
            <pc:docMk/>
            <pc:sldMk cId="0" sldId="256"/>
            <ac:picMk id="97" creationId="{00000000-0000-0000-0000-000000000000}"/>
          </ac:picMkLst>
        </pc:picChg>
        <pc:picChg chg="del">
          <ac:chgData name="KONNEBALRAJU" userId="568288e1-7c46-4baa-a6cd-edb8617a19d4" providerId="ADAL" clId="{3D913C89-8A40-490F-8481-81AD36825FD1}" dt="2026-09-12T09:58:18.834" v="683" actId="478"/>
          <ac:picMkLst>
            <pc:docMk/>
            <pc:sldMk cId="0" sldId="256"/>
            <ac:picMk id="103" creationId="{00000000-0000-0000-0000-000000000000}"/>
          </ac:picMkLst>
        </pc:picChg>
        <pc:picChg chg="del">
          <ac:chgData name="KONNEBALRAJU" userId="568288e1-7c46-4baa-a6cd-edb8617a19d4" providerId="ADAL" clId="{3D913C89-8A40-490F-8481-81AD36825FD1}" dt="2026-09-12T09:58:18.834" v="683" actId="478"/>
          <ac:picMkLst>
            <pc:docMk/>
            <pc:sldMk cId="0" sldId="256"/>
            <ac:picMk id="104" creationId="{00000000-0000-0000-0000-000000000000}"/>
          </ac:picMkLst>
        </pc:picChg>
        <pc:picChg chg="del">
          <ac:chgData name="KONNEBALRAJU" userId="568288e1-7c46-4baa-a6cd-edb8617a19d4" providerId="ADAL" clId="{3D913C89-8A40-490F-8481-81AD36825FD1}" dt="2026-09-12T09:58:18.834" v="683" actId="478"/>
          <ac:picMkLst>
            <pc:docMk/>
            <pc:sldMk cId="0" sldId="256"/>
            <ac:picMk id="105" creationId="{00000000-0000-0000-0000-000000000000}"/>
          </ac:picMkLst>
        </pc:picChg>
        <pc:picChg chg="del">
          <ac:chgData name="KONNEBALRAJU" userId="568288e1-7c46-4baa-a6cd-edb8617a19d4" providerId="ADAL" clId="{3D913C89-8A40-490F-8481-81AD36825FD1}" dt="2026-09-12T09:58:18.834" v="683" actId="478"/>
          <ac:picMkLst>
            <pc:docMk/>
            <pc:sldMk cId="0" sldId="256"/>
            <ac:picMk id="106" creationId="{00000000-0000-0000-0000-000000000000}"/>
          </ac:picMkLst>
        </pc:picChg>
        <pc:picChg chg="del">
          <ac:chgData name="KONNEBALRAJU" userId="568288e1-7c46-4baa-a6cd-edb8617a19d4" providerId="ADAL" clId="{3D913C89-8A40-490F-8481-81AD36825FD1}" dt="2026-09-12T10:35:45.558" v="1096" actId="478"/>
          <ac:picMkLst>
            <pc:docMk/>
            <pc:sldMk cId="0" sldId="256"/>
            <ac:picMk id="108" creationId="{00000000-0000-0000-0000-000000000000}"/>
          </ac:picMkLst>
        </pc:picChg>
        <pc:picChg chg="del">
          <ac:chgData name="KONNEBALRAJU" userId="568288e1-7c46-4baa-a6cd-edb8617a19d4" providerId="ADAL" clId="{3D913C89-8A40-490F-8481-81AD36825FD1}" dt="2026-09-12T09:18:35.548" v="219" actId="478"/>
          <ac:picMkLst>
            <pc:docMk/>
            <pc:sldMk cId="0" sldId="256"/>
            <ac:picMk id="116" creationId="{00000000-0000-0000-0000-000000000000}"/>
          </ac:picMkLst>
        </pc:picChg>
        <pc:picChg chg="del">
          <ac:chgData name="KONNEBALRAJU" userId="568288e1-7c46-4baa-a6cd-edb8617a19d4" providerId="ADAL" clId="{3D913C89-8A40-490F-8481-81AD36825FD1}" dt="2026-09-12T09:18:35.548" v="219" actId="478"/>
          <ac:picMkLst>
            <pc:docMk/>
            <pc:sldMk cId="0" sldId="256"/>
            <ac:picMk id="117" creationId="{00000000-0000-0000-0000-000000000000}"/>
          </ac:picMkLst>
        </pc:picChg>
        <pc:picChg chg="del">
          <ac:chgData name="KONNEBALRAJU" userId="568288e1-7c46-4baa-a6cd-edb8617a19d4" providerId="ADAL" clId="{3D913C89-8A40-490F-8481-81AD36825FD1}" dt="2026-09-12T09:18:35.548" v="219" actId="478"/>
          <ac:picMkLst>
            <pc:docMk/>
            <pc:sldMk cId="0" sldId="256"/>
            <ac:picMk id="118" creationId="{00000000-0000-0000-0000-000000000000}"/>
          </ac:picMkLst>
        </pc:picChg>
        <pc:picChg chg="mod">
          <ac:chgData name="KONNEBALRAJU" userId="568288e1-7c46-4baa-a6cd-edb8617a19d4" providerId="ADAL" clId="{3D913C89-8A40-490F-8481-81AD36825FD1}" dt="2026-09-12T09:44:35.355" v="584" actId="1076"/>
          <ac:picMkLst>
            <pc:docMk/>
            <pc:sldMk cId="0" sldId="256"/>
            <ac:picMk id="119" creationId="{00000000-0000-0000-0000-000000000000}"/>
          </ac:picMkLst>
        </pc:picChg>
        <pc:picChg chg="add del mod">
          <ac:chgData name="KONNEBALRAJU" userId="568288e1-7c46-4baa-a6cd-edb8617a19d4" providerId="ADAL" clId="{3D913C89-8A40-490F-8481-81AD36825FD1}" dt="2026-09-12T10:34:32.065" v="1082" actId="478"/>
          <ac:picMkLst>
            <pc:docMk/>
            <pc:sldMk cId="0" sldId="256"/>
            <ac:picMk id="120" creationId="{00000000-0000-0000-0000-000000000000}"/>
          </ac:picMkLst>
        </pc:picChg>
        <pc:picChg chg="del">
          <ac:chgData name="KONNEBALRAJU" userId="568288e1-7c46-4baa-a6cd-edb8617a19d4" providerId="ADAL" clId="{3D913C89-8A40-490F-8481-81AD36825FD1}" dt="2026-09-12T09:53:06.404" v="633" actId="478"/>
          <ac:picMkLst>
            <pc:docMk/>
            <pc:sldMk cId="0" sldId="256"/>
            <ac:picMk id="126" creationId="{00000000-0000-0000-0000-000000000000}"/>
          </ac:picMkLst>
        </pc:picChg>
        <pc:picChg chg="del">
          <ac:chgData name="KONNEBALRAJU" userId="568288e1-7c46-4baa-a6cd-edb8617a19d4" providerId="ADAL" clId="{3D913C89-8A40-490F-8481-81AD36825FD1}" dt="2026-09-12T09:53:06.404" v="633" actId="478"/>
          <ac:picMkLst>
            <pc:docMk/>
            <pc:sldMk cId="0" sldId="256"/>
            <ac:picMk id="127" creationId="{00000000-0000-0000-0000-000000000000}"/>
          </ac:picMkLst>
        </pc:picChg>
        <pc:picChg chg="del">
          <ac:chgData name="KONNEBALRAJU" userId="568288e1-7c46-4baa-a6cd-edb8617a19d4" providerId="ADAL" clId="{3D913C89-8A40-490F-8481-81AD36825FD1}" dt="2026-09-12T09:53:06.404" v="633" actId="478"/>
          <ac:picMkLst>
            <pc:docMk/>
            <pc:sldMk cId="0" sldId="256"/>
            <ac:picMk id="128" creationId="{00000000-0000-0000-0000-000000000000}"/>
          </ac:picMkLst>
        </pc:picChg>
        <pc:picChg chg="mod">
          <ac:chgData name="KONNEBALRAJU" userId="568288e1-7c46-4baa-a6cd-edb8617a19d4" providerId="ADAL" clId="{3D913C89-8A40-490F-8481-81AD36825FD1}" dt="2026-09-12T09:43:57.948" v="564" actId="14100"/>
          <ac:picMkLst>
            <pc:docMk/>
            <pc:sldMk cId="0" sldId="256"/>
            <ac:picMk id="129" creationId="{00000000-0000-0000-0000-000000000000}"/>
          </ac:picMkLst>
        </pc:picChg>
        <pc:picChg chg="del">
          <ac:chgData name="KONNEBALRAJU" userId="568288e1-7c46-4baa-a6cd-edb8617a19d4" providerId="ADAL" clId="{3D913C89-8A40-490F-8481-81AD36825FD1}" dt="2026-09-12T10:35:45.558" v="1096" actId="478"/>
          <ac:picMkLst>
            <pc:docMk/>
            <pc:sldMk cId="0" sldId="256"/>
            <ac:picMk id="130" creationId="{00000000-0000-0000-0000-000000000000}"/>
          </ac:picMkLst>
        </pc:picChg>
        <pc:picChg chg="del">
          <ac:chgData name="KONNEBALRAJU" userId="568288e1-7c46-4baa-a6cd-edb8617a19d4" providerId="ADAL" clId="{3D913C89-8A40-490F-8481-81AD36825FD1}" dt="2026-09-12T09:36:50.476" v="459" actId="478"/>
          <ac:picMkLst>
            <pc:docMk/>
            <pc:sldMk cId="0" sldId="256"/>
            <ac:picMk id="138" creationId="{00000000-0000-0000-0000-000000000000}"/>
          </ac:picMkLst>
        </pc:picChg>
        <pc:picChg chg="del">
          <ac:chgData name="KONNEBALRAJU" userId="568288e1-7c46-4baa-a6cd-edb8617a19d4" providerId="ADAL" clId="{3D913C89-8A40-490F-8481-81AD36825FD1}" dt="2026-09-12T09:36:50.476" v="459" actId="478"/>
          <ac:picMkLst>
            <pc:docMk/>
            <pc:sldMk cId="0" sldId="256"/>
            <ac:picMk id="139" creationId="{00000000-0000-0000-0000-000000000000}"/>
          </ac:picMkLst>
        </pc:picChg>
        <pc:picChg chg="del">
          <ac:chgData name="KONNEBALRAJU" userId="568288e1-7c46-4baa-a6cd-edb8617a19d4" providerId="ADAL" clId="{3D913C89-8A40-490F-8481-81AD36825FD1}" dt="2026-09-12T09:36:50.476" v="459" actId="478"/>
          <ac:picMkLst>
            <pc:docMk/>
            <pc:sldMk cId="0" sldId="256"/>
            <ac:picMk id="140" creationId="{00000000-0000-0000-0000-000000000000}"/>
          </ac:picMkLst>
        </pc:picChg>
        <pc:picChg chg="mod">
          <ac:chgData name="KONNEBALRAJU" userId="568288e1-7c46-4baa-a6cd-edb8617a19d4" providerId="ADAL" clId="{3D913C89-8A40-490F-8481-81AD36825FD1}" dt="2026-09-12T09:44:35.066" v="583" actId="14100"/>
          <ac:picMkLst>
            <pc:docMk/>
            <pc:sldMk cId="0" sldId="256"/>
            <ac:picMk id="141" creationId="{00000000-0000-0000-0000-000000000000}"/>
          </ac:picMkLst>
        </pc:picChg>
        <pc:picChg chg="del">
          <ac:chgData name="KONNEBALRAJU" userId="568288e1-7c46-4baa-a6cd-edb8617a19d4" providerId="ADAL" clId="{3D913C89-8A40-490F-8481-81AD36825FD1}" dt="2026-09-12T10:35:31.588" v="1093" actId="478"/>
          <ac:picMkLst>
            <pc:docMk/>
            <pc:sldMk cId="0" sldId="256"/>
            <ac:picMk id="142" creationId="{00000000-0000-0000-0000-000000000000}"/>
          </ac:picMkLst>
        </pc:picChg>
        <pc:picChg chg="mod">
          <ac:chgData name="KONNEBALRAJU" userId="568288e1-7c46-4baa-a6cd-edb8617a19d4" providerId="ADAL" clId="{3D913C89-8A40-490F-8481-81AD36825FD1}" dt="2026-09-12T10:33:45.467" v="1068" actId="14100"/>
          <ac:picMkLst>
            <pc:docMk/>
            <pc:sldMk cId="0" sldId="256"/>
            <ac:picMk id="149" creationId="{00000000-0000-0000-0000-000000000000}"/>
          </ac:picMkLst>
        </pc:picChg>
        <pc:picChg chg="del mod">
          <ac:chgData name="KONNEBALRAJU" userId="568288e1-7c46-4baa-a6cd-edb8617a19d4" providerId="ADAL" clId="{3D913C89-8A40-490F-8481-81AD36825FD1}" dt="2026-09-12T10:30:59.159" v="1002" actId="478"/>
          <ac:picMkLst>
            <pc:docMk/>
            <pc:sldMk cId="0" sldId="256"/>
            <ac:picMk id="150" creationId="{00000000-0000-0000-0000-000000000000}"/>
          </ac:picMkLst>
        </pc:picChg>
        <pc:picChg chg="mod">
          <ac:chgData name="KONNEBALRAJU" userId="568288e1-7c46-4baa-a6cd-edb8617a19d4" providerId="ADAL" clId="{3D913C89-8A40-490F-8481-81AD36825FD1}" dt="2026-09-12T10:33:32.074" v="1066" actId="1076"/>
          <ac:picMkLst>
            <pc:docMk/>
            <pc:sldMk cId="0" sldId="256"/>
            <ac:picMk id="188" creationId="{00000000-0000-0000-0000-000000000000}"/>
          </ac:picMkLst>
        </pc:picChg>
        <pc:picChg chg="add del mod">
          <ac:chgData name="KONNEBALRAJU" userId="568288e1-7c46-4baa-a6cd-edb8617a19d4" providerId="ADAL" clId="{3D913C89-8A40-490F-8481-81AD36825FD1}" dt="2026-09-12T12:27:02.269" v="2432" actId="1076"/>
          <ac:picMkLst>
            <pc:docMk/>
            <pc:sldMk cId="0" sldId="256"/>
            <ac:picMk id="209" creationId="{00000000-0000-0000-0000-000000000000}"/>
          </ac:picMkLst>
        </pc:picChg>
        <pc:picChg chg="del">
          <ac:chgData name="KONNEBALRAJU" userId="568288e1-7c46-4baa-a6cd-edb8617a19d4" providerId="ADAL" clId="{3D913C89-8A40-490F-8481-81AD36825FD1}" dt="2026-09-12T08:26:57.319" v="82" actId="478"/>
          <ac:picMkLst>
            <pc:docMk/>
            <pc:sldMk cId="0" sldId="256"/>
            <ac:picMk id="215" creationId="{00000000-0000-0000-0000-000000000000}"/>
          </ac:picMkLst>
        </pc:picChg>
        <pc:picChg chg="add del">
          <ac:chgData name="KONNEBALRAJU" userId="568288e1-7c46-4baa-a6cd-edb8617a19d4" providerId="ADAL" clId="{3D913C89-8A40-490F-8481-81AD36825FD1}" dt="2026-09-12T08:27:08.820" v="89" actId="478"/>
          <ac:picMkLst>
            <pc:docMk/>
            <pc:sldMk cId="0" sldId="256"/>
            <ac:picMk id="216" creationId="{00000000-0000-0000-0000-000000000000}"/>
          </ac:picMkLst>
        </pc:picChg>
        <pc:picChg chg="add del">
          <ac:chgData name="KONNEBALRAJU" userId="568288e1-7c46-4baa-a6cd-edb8617a19d4" providerId="ADAL" clId="{3D913C89-8A40-490F-8481-81AD36825FD1}" dt="2026-09-12T10:07:18.205" v="763" actId="478"/>
          <ac:picMkLst>
            <pc:docMk/>
            <pc:sldMk cId="0" sldId="256"/>
            <ac:picMk id="218" creationId="{00000000-0000-0000-0000-000000000000}"/>
          </ac:picMkLst>
        </pc:picChg>
        <pc:picChg chg="del">
          <ac:chgData name="KONNEBALRAJU" userId="568288e1-7c46-4baa-a6cd-edb8617a19d4" providerId="ADAL" clId="{3D913C89-8A40-490F-8481-81AD36825FD1}" dt="2026-09-12T10:07:18.205" v="763" actId="478"/>
          <ac:picMkLst>
            <pc:docMk/>
            <pc:sldMk cId="0" sldId="256"/>
            <ac:picMk id="219" creationId="{00000000-0000-0000-0000-000000000000}"/>
          </ac:picMkLst>
        </pc:picChg>
        <pc:picChg chg="del">
          <ac:chgData name="KONNEBALRAJU" userId="568288e1-7c46-4baa-a6cd-edb8617a19d4" providerId="ADAL" clId="{3D913C89-8A40-490F-8481-81AD36825FD1}" dt="2026-09-12T10:07:18.205" v="763" actId="478"/>
          <ac:picMkLst>
            <pc:docMk/>
            <pc:sldMk cId="0" sldId="256"/>
            <ac:picMk id="220" creationId="{00000000-0000-0000-0000-000000000000}"/>
          </ac:picMkLst>
        </pc:picChg>
        <pc:picChg chg="del">
          <ac:chgData name="KONNEBALRAJU" userId="568288e1-7c46-4baa-a6cd-edb8617a19d4" providerId="ADAL" clId="{3D913C89-8A40-490F-8481-81AD36825FD1}" dt="2026-09-12T10:07:18.205" v="763" actId="478"/>
          <ac:picMkLst>
            <pc:docMk/>
            <pc:sldMk cId="0" sldId="256"/>
            <ac:picMk id="221" creationId="{00000000-0000-0000-0000-000000000000}"/>
          </ac:picMkLst>
        </pc:picChg>
        <pc:picChg chg="del">
          <ac:chgData name="KONNEBALRAJU" userId="568288e1-7c46-4baa-a6cd-edb8617a19d4" providerId="ADAL" clId="{3D913C89-8A40-490F-8481-81AD36825FD1}" dt="2026-09-12T08:25:02.055" v="62" actId="478"/>
          <ac:picMkLst>
            <pc:docMk/>
            <pc:sldMk cId="0" sldId="256"/>
            <ac:picMk id="229" creationId="{00000000-0000-0000-0000-000000000000}"/>
          </ac:picMkLst>
        </pc:picChg>
        <pc:picChg chg="add mod">
          <ac:chgData name="KONNEBALRAJU" userId="568288e1-7c46-4baa-a6cd-edb8617a19d4" providerId="ADAL" clId="{3D913C89-8A40-490F-8481-81AD36825FD1}" dt="2026-09-12T08:27:54.885" v="95"/>
          <ac:picMkLst>
            <pc:docMk/>
            <pc:sldMk cId="0" sldId="256"/>
            <ac:picMk id="238" creationId="{7FF19D33-E45B-97A1-C7B3-58845410506F}"/>
          </ac:picMkLst>
        </pc:picChg>
        <pc:picChg chg="add mod">
          <ac:chgData name="KONNEBALRAJU" userId="568288e1-7c46-4baa-a6cd-edb8617a19d4" providerId="ADAL" clId="{3D913C89-8A40-490F-8481-81AD36825FD1}" dt="2026-09-12T08:28:04.300" v="97"/>
          <ac:picMkLst>
            <pc:docMk/>
            <pc:sldMk cId="0" sldId="256"/>
            <ac:picMk id="244" creationId="{32D4BC28-9A54-2572-75CA-C6425E259856}"/>
          </ac:picMkLst>
        </pc:picChg>
        <pc:picChg chg="add del">
          <ac:chgData name="KONNEBALRAJU" userId="568288e1-7c46-4baa-a6cd-edb8617a19d4" providerId="ADAL" clId="{3D913C89-8A40-490F-8481-81AD36825FD1}" dt="2026-09-12T09:34:08.768" v="326" actId="22"/>
          <ac:picMkLst>
            <pc:docMk/>
            <pc:sldMk cId="0" sldId="256"/>
            <ac:picMk id="250" creationId="{7F1002FC-0165-1B0F-3D10-5BCF218951B0}"/>
          </ac:picMkLst>
        </pc:picChg>
        <pc:cxnChg chg="add del mod">
          <ac:chgData name="KONNEBALRAJU" userId="568288e1-7c46-4baa-a6cd-edb8617a19d4" providerId="ADAL" clId="{3D913C89-8A40-490F-8481-81AD36825FD1}" dt="2026-09-12T10:46:34.162" v="1240" actId="11529"/>
          <ac:cxnSpMkLst>
            <pc:docMk/>
            <pc:sldMk cId="0" sldId="256"/>
            <ac:cxnSpMk id="122" creationId="{F13E6C94-0FE5-5D5C-5FF8-36223EA6A253}"/>
          </ac:cxnSpMkLst>
        </pc:cxnChg>
        <pc:cxnChg chg="add del mod">
          <ac:chgData name="KONNEBALRAJU" userId="568288e1-7c46-4baa-a6cd-edb8617a19d4" providerId="ADAL" clId="{3D913C89-8A40-490F-8481-81AD36825FD1}" dt="2026-09-12T10:46:32.412" v="1236" actId="11529"/>
          <ac:cxnSpMkLst>
            <pc:docMk/>
            <pc:sldMk cId="0" sldId="256"/>
            <ac:cxnSpMk id="144" creationId="{01C0CB44-FF72-C60A-9CE8-985964F1C990}"/>
          </ac:cxnSpMkLst>
        </pc:cxnChg>
      </pc:sldChg>
      <pc:sldChg chg="addSp delSp modSp del mod ord">
        <pc:chgData name="KONNEBALRAJU" userId="568288e1-7c46-4baa-a6cd-edb8617a19d4" providerId="ADAL" clId="{3D913C89-8A40-490F-8481-81AD36825FD1}" dt="2026-09-12T18:07:59.932" v="4104" actId="1035"/>
        <pc:sldMkLst>
          <pc:docMk/>
          <pc:sldMk cId="0" sldId="257"/>
        </pc:sldMkLst>
        <pc:spChg chg="add del">
          <ac:chgData name="KONNEBALRAJU" userId="568288e1-7c46-4baa-a6cd-edb8617a19d4" providerId="ADAL" clId="{3D913C89-8A40-490F-8481-81AD36825FD1}" dt="2026-09-12T10:13:16.131" v="850" actId="478"/>
          <ac:spMkLst>
            <pc:docMk/>
            <pc:sldMk cId="0" sldId="257"/>
            <ac:spMk id="2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0:12:49.532" v="843" actId="6549"/>
          <ac:spMkLst>
            <pc:docMk/>
            <pc:sldMk cId="0" sldId="257"/>
            <ac:spMk id="4" creationId="{00000000-0000-0000-0000-000000000000}"/>
          </ac:spMkLst>
        </pc:spChg>
        <pc:spChg chg="del mod">
          <ac:chgData name="KONNEBALRAJU" userId="568288e1-7c46-4baa-a6cd-edb8617a19d4" providerId="ADAL" clId="{3D913C89-8A40-490F-8481-81AD36825FD1}" dt="2026-09-12T18:07:44.961" v="4090" actId="1035"/>
          <ac:spMkLst>
            <pc:docMk/>
            <pc:sldMk cId="0" sldId="257"/>
            <ac:spMk id="5" creationId="{00000000-0000-0000-0000-000000000000}"/>
          </ac:spMkLst>
        </pc:spChg>
        <pc:spChg chg="del mod">
          <ac:chgData name="KONNEBALRAJU" userId="568288e1-7c46-4baa-a6cd-edb8617a19d4" providerId="ADAL" clId="{3D913C89-8A40-490F-8481-81AD36825FD1}" dt="2026-09-12T18:07:59.932" v="4104" actId="1035"/>
          <ac:spMkLst>
            <pc:docMk/>
            <pc:sldMk cId="0" sldId="257"/>
            <ac:spMk id="6" creationId="{00000000-0000-0000-0000-000000000000}"/>
          </ac:spMkLst>
        </pc:spChg>
        <pc:spChg chg="del">
          <ac:chgData name="KONNEBALRAJU" userId="568288e1-7c46-4baa-a6cd-edb8617a19d4" providerId="ADAL" clId="{3D913C89-8A40-490F-8481-81AD36825FD1}" dt="2026-09-12T10:12:43.432" v="840" actId="478"/>
          <ac:spMkLst>
            <pc:docMk/>
            <pc:sldMk cId="0" sldId="257"/>
            <ac:spMk id="7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3:09:05.240" v="2922" actId="20577"/>
          <ac:spMkLst>
            <pc:docMk/>
            <pc:sldMk cId="0" sldId="257"/>
            <ac:spMk id="8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3:35:48.604" v="3402" actId="34135"/>
          <ac:spMkLst>
            <pc:docMk/>
            <pc:sldMk cId="0" sldId="257"/>
            <ac:spMk id="11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3:29:55.764" v="3356" actId="403"/>
          <ac:spMkLst>
            <pc:docMk/>
            <pc:sldMk cId="0" sldId="257"/>
            <ac:spMk id="23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3:20:51.356" v="3269" actId="207"/>
          <ac:spMkLst>
            <pc:docMk/>
            <pc:sldMk cId="0" sldId="257"/>
            <ac:spMk id="24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0:10:48.876" v="825" actId="14100"/>
          <ac:spMkLst>
            <pc:docMk/>
            <pc:sldMk cId="0" sldId="257"/>
            <ac:spMk id="32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3:35:48.604" v="3402" actId="34135"/>
          <ac:spMkLst>
            <pc:docMk/>
            <pc:sldMk cId="0" sldId="257"/>
            <ac:spMk id="37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3:35:48.604" v="3402" actId="34135"/>
          <ac:spMkLst>
            <pc:docMk/>
            <pc:sldMk cId="0" sldId="257"/>
            <ac:spMk id="49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0:10:48.876" v="825" actId="14100"/>
          <ac:spMkLst>
            <pc:docMk/>
            <pc:sldMk cId="0" sldId="257"/>
            <ac:spMk id="59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3:35:48.604" v="3402" actId="34135"/>
          <ac:spMkLst>
            <pc:docMk/>
            <pc:sldMk cId="0" sldId="257"/>
            <ac:spMk id="64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3:29:46.277" v="3352" actId="2711"/>
          <ac:spMkLst>
            <pc:docMk/>
            <pc:sldMk cId="0" sldId="257"/>
            <ac:spMk id="67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3:29:00.722" v="3344" actId="1035"/>
          <ac:spMkLst>
            <pc:docMk/>
            <pc:sldMk cId="0" sldId="257"/>
            <ac:spMk id="68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0:10:48.876" v="825" actId="14100"/>
          <ac:spMkLst>
            <pc:docMk/>
            <pc:sldMk cId="0" sldId="257"/>
            <ac:spMk id="88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3:35:48.604" v="3402" actId="34135"/>
          <ac:spMkLst>
            <pc:docMk/>
            <pc:sldMk cId="0" sldId="257"/>
            <ac:spMk id="98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3:35:48.604" v="3402" actId="34135"/>
          <ac:spMkLst>
            <pc:docMk/>
            <pc:sldMk cId="0" sldId="257"/>
            <ac:spMk id="110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3:35:48.604" v="3402" actId="34135"/>
          <ac:spMkLst>
            <pc:docMk/>
            <pc:sldMk cId="0" sldId="257"/>
            <ac:spMk id="122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0:10:48.876" v="825" actId="14100"/>
          <ac:spMkLst>
            <pc:docMk/>
            <pc:sldMk cId="0" sldId="257"/>
            <ac:spMk id="130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3:35:48.604" v="3402" actId="34135"/>
          <ac:spMkLst>
            <pc:docMk/>
            <pc:sldMk cId="0" sldId="257"/>
            <ac:spMk id="136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3:35:48.604" v="3402" actId="34135"/>
          <ac:spMkLst>
            <pc:docMk/>
            <pc:sldMk cId="0" sldId="257"/>
            <ac:spMk id="139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2:22:11.548" v="2150" actId="20578"/>
          <ac:spMkLst>
            <pc:docMk/>
            <pc:sldMk cId="0" sldId="257"/>
            <ac:spMk id="142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3:35:48.604" v="3402" actId="34135"/>
          <ac:spMkLst>
            <pc:docMk/>
            <pc:sldMk cId="0" sldId="257"/>
            <ac:spMk id="143" creationId="{00000000-0000-0000-0000-000000000000}"/>
          </ac:spMkLst>
        </pc:spChg>
        <pc:spChg chg="del">
          <ac:chgData name="KONNEBALRAJU" userId="568288e1-7c46-4baa-a6cd-edb8617a19d4" providerId="ADAL" clId="{3D913C89-8A40-490F-8481-81AD36825FD1}" dt="2026-09-12T10:11:26.323" v="831" actId="478"/>
          <ac:spMkLst>
            <pc:docMk/>
            <pc:sldMk cId="0" sldId="257"/>
            <ac:spMk id="146" creationId="{00000000-0000-0000-0000-000000000000}"/>
          </ac:spMkLst>
        </pc:spChg>
        <pc:spChg chg="del">
          <ac:chgData name="KONNEBALRAJU" userId="568288e1-7c46-4baa-a6cd-edb8617a19d4" providerId="ADAL" clId="{3D913C89-8A40-490F-8481-81AD36825FD1}" dt="2026-09-12T10:11:26.323" v="831" actId="478"/>
          <ac:spMkLst>
            <pc:docMk/>
            <pc:sldMk cId="0" sldId="257"/>
            <ac:spMk id="149" creationId="{00000000-0000-0000-0000-000000000000}"/>
          </ac:spMkLst>
        </pc:spChg>
        <pc:spChg chg="del mod">
          <ac:chgData name="KONNEBALRAJU" userId="568288e1-7c46-4baa-a6cd-edb8617a19d4" providerId="ADAL" clId="{3D913C89-8A40-490F-8481-81AD36825FD1}" dt="2026-09-12T10:11:39.550" v="834" actId="478"/>
          <ac:spMkLst>
            <pc:docMk/>
            <pc:sldMk cId="0" sldId="257"/>
            <ac:spMk id="152" creationId="{00000000-0000-0000-0000-000000000000}"/>
          </ac:spMkLst>
        </pc:spChg>
        <pc:spChg chg="del mod">
          <ac:chgData name="KONNEBALRAJU" userId="568288e1-7c46-4baa-a6cd-edb8617a19d4" providerId="ADAL" clId="{3D913C89-8A40-490F-8481-81AD36825FD1}" dt="2026-09-12T10:11:44.687" v="836" actId="478"/>
          <ac:spMkLst>
            <pc:docMk/>
            <pc:sldMk cId="0" sldId="257"/>
            <ac:spMk id="153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0:10:48.876" v="825" actId="14100"/>
          <ac:spMkLst>
            <pc:docMk/>
            <pc:sldMk cId="0" sldId="257"/>
            <ac:spMk id="157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3:28:55.517" v="3341" actId="403"/>
          <ac:spMkLst>
            <pc:docMk/>
            <pc:sldMk cId="0" sldId="257"/>
            <ac:spMk id="159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3:20:35.894" v="3260" actId="403"/>
          <ac:spMkLst>
            <pc:docMk/>
            <pc:sldMk cId="0" sldId="257"/>
            <ac:spMk id="160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2:24:36.568" v="2330" actId="164"/>
          <ac:spMkLst>
            <pc:docMk/>
            <pc:sldMk cId="0" sldId="257"/>
            <ac:spMk id="165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0:10:48.876" v="825" actId="14100"/>
          <ac:spMkLst>
            <pc:docMk/>
            <pc:sldMk cId="0" sldId="257"/>
            <ac:spMk id="166" creationId="{00000000-0000-0000-0000-000000000000}"/>
          </ac:spMkLst>
        </pc:spChg>
        <pc:spChg chg="add mod">
          <ac:chgData name="KONNEBALRAJU" userId="568288e1-7c46-4baa-a6cd-edb8617a19d4" providerId="ADAL" clId="{3D913C89-8A40-490F-8481-81AD36825FD1}" dt="2026-09-12T10:13:54.385" v="851"/>
          <ac:spMkLst>
            <pc:docMk/>
            <pc:sldMk cId="0" sldId="257"/>
            <ac:spMk id="168" creationId="{242607F1-84E4-FA5A-4BC5-C8C253DB505C}"/>
          </ac:spMkLst>
        </pc:spChg>
        <pc:spChg chg="mod">
          <ac:chgData name="KONNEBALRAJU" userId="568288e1-7c46-4baa-a6cd-edb8617a19d4" providerId="ADAL" clId="{3D913C89-8A40-490F-8481-81AD36825FD1}" dt="2026-09-12T12:24:36.568" v="2330" actId="164"/>
          <ac:spMkLst>
            <pc:docMk/>
            <pc:sldMk cId="0" sldId="257"/>
            <ac:spMk id="169" creationId="{00000000-0000-0000-0000-000000000000}"/>
          </ac:spMkLst>
        </pc:spChg>
        <pc:spChg chg="add mod">
          <ac:chgData name="KONNEBALRAJU" userId="568288e1-7c46-4baa-a6cd-edb8617a19d4" providerId="ADAL" clId="{3D913C89-8A40-490F-8481-81AD36825FD1}" dt="2026-09-12T10:15:06.960" v="882" actId="20577"/>
          <ac:spMkLst>
            <pc:docMk/>
            <pc:sldMk cId="0" sldId="257"/>
            <ac:spMk id="169" creationId="{E00509D4-559D-E18E-BA26-122F8B01AF39}"/>
          </ac:spMkLst>
        </pc:spChg>
        <pc:spChg chg="mod">
          <ac:chgData name="KONNEBALRAJU" userId="568288e1-7c46-4baa-a6cd-edb8617a19d4" providerId="ADAL" clId="{3D913C89-8A40-490F-8481-81AD36825FD1}" dt="2026-09-12T12:24:36.568" v="2330" actId="164"/>
          <ac:spMkLst>
            <pc:docMk/>
            <pc:sldMk cId="0" sldId="257"/>
            <ac:spMk id="170" creationId="{00000000-0000-0000-0000-000000000000}"/>
          </ac:spMkLst>
        </pc:spChg>
        <pc:spChg chg="add mod">
          <ac:chgData name="KONNEBALRAJU" userId="568288e1-7c46-4baa-a6cd-edb8617a19d4" providerId="ADAL" clId="{3D913C89-8A40-490F-8481-81AD36825FD1}" dt="2026-09-12T10:14:12.957" v="854" actId="121"/>
          <ac:spMkLst>
            <pc:docMk/>
            <pc:sldMk cId="0" sldId="257"/>
            <ac:spMk id="170" creationId="{81EC6208-BFFC-2E6B-0176-29324B4EA824}"/>
          </ac:spMkLst>
        </pc:spChg>
        <pc:spChg chg="mod">
          <ac:chgData name="KONNEBALRAJU" userId="568288e1-7c46-4baa-a6cd-edb8617a19d4" providerId="ADAL" clId="{3D913C89-8A40-490F-8481-81AD36825FD1}" dt="2026-09-12T12:24:36.568" v="2330" actId="164"/>
          <ac:spMkLst>
            <pc:docMk/>
            <pc:sldMk cId="0" sldId="257"/>
            <ac:spMk id="171" creationId="{00000000-0000-0000-0000-000000000000}"/>
          </ac:spMkLst>
        </pc:spChg>
        <pc:spChg chg="add mod">
          <ac:chgData name="KONNEBALRAJU" userId="568288e1-7c46-4baa-a6cd-edb8617a19d4" providerId="ADAL" clId="{3D913C89-8A40-490F-8481-81AD36825FD1}" dt="2026-09-12T10:14:04.385" v="852" actId="404"/>
          <ac:spMkLst>
            <pc:docMk/>
            <pc:sldMk cId="0" sldId="257"/>
            <ac:spMk id="171" creationId="{E770DEB4-73BB-D3E6-A482-B640B2821713}"/>
          </ac:spMkLst>
        </pc:spChg>
        <pc:spChg chg="add mod">
          <ac:chgData name="KONNEBALRAJU" userId="568288e1-7c46-4baa-a6cd-edb8617a19d4" providerId="ADAL" clId="{3D913C89-8A40-490F-8481-81AD36825FD1}" dt="2026-09-12T10:13:54.385" v="851"/>
          <ac:spMkLst>
            <pc:docMk/>
            <pc:sldMk cId="0" sldId="257"/>
            <ac:spMk id="172" creationId="{926023EF-3603-79CA-7724-A28374A71322}"/>
          </ac:spMkLst>
        </pc:spChg>
        <pc:spChg chg="add mod">
          <ac:chgData name="KONNEBALRAJU" userId="568288e1-7c46-4baa-a6cd-edb8617a19d4" providerId="ADAL" clId="{3D913C89-8A40-490F-8481-81AD36825FD1}" dt="2026-09-12T10:14:44.237" v="876"/>
          <ac:spMkLst>
            <pc:docMk/>
            <pc:sldMk cId="0" sldId="257"/>
            <ac:spMk id="174" creationId="{7A628EB6-BD3F-C9AE-AE43-C6670EA9674D}"/>
          </ac:spMkLst>
        </pc:spChg>
        <pc:spChg chg="add mod">
          <ac:chgData name="KONNEBALRAJU" userId="568288e1-7c46-4baa-a6cd-edb8617a19d4" providerId="ADAL" clId="{3D913C89-8A40-490F-8481-81AD36825FD1}" dt="2026-09-12T10:14:45.802" v="877"/>
          <ac:spMkLst>
            <pc:docMk/>
            <pc:sldMk cId="0" sldId="257"/>
            <ac:spMk id="175" creationId="{DA4B7B46-FFC8-A917-4E35-07E630042357}"/>
          </ac:spMkLst>
        </pc:spChg>
        <pc:spChg chg="add mod">
          <ac:chgData name="KONNEBALRAJU" userId="568288e1-7c46-4baa-a6cd-edb8617a19d4" providerId="ADAL" clId="{3D913C89-8A40-490F-8481-81AD36825FD1}" dt="2026-09-12T10:14:45.802" v="877"/>
          <ac:spMkLst>
            <pc:docMk/>
            <pc:sldMk cId="0" sldId="257"/>
            <ac:spMk id="176" creationId="{922EFE30-B362-6975-92B7-0CA034400261}"/>
          </ac:spMkLst>
        </pc:spChg>
        <pc:spChg chg="add mod">
          <ac:chgData name="KONNEBALRAJU" userId="568288e1-7c46-4baa-a6cd-edb8617a19d4" providerId="ADAL" clId="{3D913C89-8A40-490F-8481-81AD36825FD1}" dt="2026-09-12T10:14:45.802" v="877"/>
          <ac:spMkLst>
            <pc:docMk/>
            <pc:sldMk cId="0" sldId="257"/>
            <ac:spMk id="177" creationId="{0C014FC4-66F2-EB28-E13D-32AC5729E618}"/>
          </ac:spMkLst>
        </pc:spChg>
        <pc:spChg chg="add mod">
          <ac:chgData name="KONNEBALRAJU" userId="568288e1-7c46-4baa-a6cd-edb8617a19d4" providerId="ADAL" clId="{3D913C89-8A40-490F-8481-81AD36825FD1}" dt="2026-09-12T10:14:44.237" v="876"/>
          <ac:spMkLst>
            <pc:docMk/>
            <pc:sldMk cId="0" sldId="257"/>
            <ac:spMk id="178" creationId="{69BFD9BE-ABC3-A900-1E11-0F8D370C62F4}"/>
          </ac:spMkLst>
        </pc:spChg>
        <pc:grpChg chg="add mod">
          <ac:chgData name="KONNEBALRAJU" userId="568288e1-7c46-4baa-a6cd-edb8617a19d4" providerId="ADAL" clId="{3D913C89-8A40-490F-8481-81AD36825FD1}" dt="2026-09-12T12:23:32.097" v="2264" actId="164"/>
          <ac:grpSpMkLst>
            <pc:docMk/>
            <pc:sldMk cId="0" sldId="257"/>
            <ac:grpSpMk id="164" creationId="{7D133228-04FF-1CA6-C77B-E3C6C39C4FFB}"/>
          </ac:grpSpMkLst>
        </pc:grpChg>
        <pc:grpChg chg="add mod">
          <ac:chgData name="KONNEBALRAJU" userId="568288e1-7c46-4baa-a6cd-edb8617a19d4" providerId="ADAL" clId="{3D913C89-8A40-490F-8481-81AD36825FD1}" dt="2026-09-12T12:24:17.320" v="2266" actId="164"/>
          <ac:grpSpMkLst>
            <pc:docMk/>
            <pc:sldMk cId="0" sldId="257"/>
            <ac:grpSpMk id="172" creationId="{EE5C1AC8-B7CA-D804-86AD-DBACCFD66CA7}"/>
          </ac:grpSpMkLst>
        </pc:grpChg>
        <pc:grpChg chg="add mod">
          <ac:chgData name="KONNEBALRAJU" userId="568288e1-7c46-4baa-a6cd-edb8617a19d4" providerId="ADAL" clId="{3D913C89-8A40-490F-8481-81AD36825FD1}" dt="2026-09-12T12:24:46.422" v="2332" actId="12788"/>
          <ac:grpSpMkLst>
            <pc:docMk/>
            <pc:sldMk cId="0" sldId="257"/>
            <ac:grpSpMk id="173" creationId="{E6AB8B01-EAFC-8644-5C06-47A49434C4A0}"/>
          </ac:grpSpMkLst>
        </pc:grpChg>
        <pc:picChg chg="del mod">
          <ac:chgData name="KONNEBALRAJU" userId="568288e1-7c46-4baa-a6cd-edb8617a19d4" providerId="ADAL" clId="{3D913C89-8A40-490F-8481-81AD36825FD1}" dt="2026-09-12T12:23:32.097" v="2264" actId="164"/>
          <ac:picMkLst>
            <pc:docMk/>
            <pc:sldMk cId="0" sldId="257"/>
            <ac:picMk id="3" creationId="{00000000-0000-0000-0000-000000000000}"/>
          </ac:picMkLst>
        </pc:picChg>
        <pc:picChg chg="mod modCrop">
          <ac:chgData name="KONNEBALRAJU" userId="568288e1-7c46-4baa-a6cd-edb8617a19d4" providerId="ADAL" clId="{3D913C89-8A40-490F-8481-81AD36825FD1}" dt="2026-09-12T10:15:06.260" v="881" actId="732"/>
          <ac:picMkLst>
            <pc:docMk/>
            <pc:sldMk cId="0" sldId="257"/>
            <ac:picMk id="8" creationId="{00000000-0000-0000-0000-000000000000}"/>
          </ac:picMkLst>
        </pc:picChg>
        <pc:picChg chg="del">
          <ac:chgData name="KONNEBALRAJU" userId="568288e1-7c46-4baa-a6cd-edb8617a19d4" providerId="ADAL" clId="{3D913C89-8A40-490F-8481-81AD36825FD1}" dt="2026-09-12T10:11:26.323" v="831" actId="478"/>
          <ac:picMkLst>
            <pc:docMk/>
            <pc:sldMk cId="0" sldId="257"/>
            <ac:picMk id="142" creationId="{F1375C15-5C92-6D1D-918B-0BB99FC627BB}"/>
          </ac:picMkLst>
        </pc:picChg>
        <pc:picChg chg="del">
          <ac:chgData name="KONNEBALRAJU" userId="568288e1-7c46-4baa-a6cd-edb8617a19d4" providerId="ADAL" clId="{3D913C89-8A40-490F-8481-81AD36825FD1}" dt="2026-09-12T10:11:26.323" v="831" actId="478"/>
          <ac:picMkLst>
            <pc:docMk/>
            <pc:sldMk cId="0" sldId="257"/>
            <ac:picMk id="151" creationId="{00000000-0000-0000-0000-000000000000}"/>
          </ac:picMkLst>
        </pc:picChg>
        <pc:picChg chg="mod">
          <ac:chgData name="KONNEBALRAJU" userId="568288e1-7c46-4baa-a6cd-edb8617a19d4" providerId="ADAL" clId="{3D913C89-8A40-490F-8481-81AD36825FD1}" dt="2026-09-12T12:25:16.431" v="2367" actId="1038"/>
          <ac:picMkLst>
            <pc:docMk/>
            <pc:sldMk cId="0" sldId="257"/>
            <ac:picMk id="166" creationId="{00000000-0000-0000-0000-000000000000}"/>
          </ac:picMkLst>
        </pc:picChg>
        <pc:picChg chg="mod">
          <ac:chgData name="KONNEBALRAJU" userId="568288e1-7c46-4baa-a6cd-edb8617a19d4" providerId="ADAL" clId="{3D913C89-8A40-490F-8481-81AD36825FD1}" dt="2026-09-12T12:25:16.431" v="2367" actId="1038"/>
          <ac:picMkLst>
            <pc:docMk/>
            <pc:sldMk cId="0" sldId="257"/>
            <ac:picMk id="167" creationId="{00000000-0000-0000-0000-000000000000}"/>
          </ac:picMkLst>
        </pc:picChg>
        <pc:picChg chg="mod">
          <ac:chgData name="KONNEBALRAJU" userId="568288e1-7c46-4baa-a6cd-edb8617a19d4" providerId="ADAL" clId="{3D913C89-8A40-490F-8481-81AD36825FD1}" dt="2026-09-12T12:25:16.431" v="2367" actId="1038"/>
          <ac:picMkLst>
            <pc:docMk/>
            <pc:sldMk cId="0" sldId="257"/>
            <ac:picMk id="168" creationId="{00000000-0000-0000-0000-000000000000}"/>
          </ac:picMkLst>
        </pc:picChg>
        <pc:picChg chg="add mod">
          <ac:chgData name="KONNEBALRAJU" userId="568288e1-7c46-4baa-a6cd-edb8617a19d4" providerId="ADAL" clId="{3D913C89-8A40-490F-8481-81AD36825FD1}" dt="2026-09-12T10:13:54.385" v="851"/>
          <ac:picMkLst>
            <pc:docMk/>
            <pc:sldMk cId="0" sldId="257"/>
            <ac:picMk id="173" creationId="{4EC92551-4C76-A1F6-46C1-5B1C4182C4A1}"/>
          </ac:picMkLst>
        </pc:picChg>
        <pc:picChg chg="add mod">
          <ac:chgData name="KONNEBALRAJU" userId="568288e1-7c46-4baa-a6cd-edb8617a19d4" providerId="ADAL" clId="{3D913C89-8A40-490F-8481-81AD36825FD1}" dt="2026-09-12T12:31:53.060" v="2469" actId="1035"/>
          <ac:picMkLst>
            <pc:docMk/>
            <pc:sldMk cId="0" sldId="257"/>
            <ac:picMk id="177" creationId="{8F5BDC69-A0A3-3B91-466F-A9EF052EF94F}"/>
          </ac:picMkLst>
        </pc:picChg>
        <pc:picChg chg="add mod">
          <ac:chgData name="KONNEBALRAJU" userId="568288e1-7c46-4baa-a6cd-edb8617a19d4" providerId="ADAL" clId="{3D913C89-8A40-490F-8481-81AD36825FD1}" dt="2026-09-12T10:14:44.237" v="876"/>
          <ac:picMkLst>
            <pc:docMk/>
            <pc:sldMk cId="0" sldId="257"/>
            <ac:picMk id="179" creationId="{2DAB6ED4-749E-3F8A-4C94-BB0755B928C3}"/>
          </ac:picMkLst>
        </pc:picChg>
        <pc:picChg chg="add del">
          <ac:chgData name="KONNEBALRAJU" userId="568288e1-7c46-4baa-a6cd-edb8617a19d4" providerId="ADAL" clId="{3D913C89-8A40-490F-8481-81AD36825FD1}" dt="2026-09-12T10:15:05.808" v="880" actId="22"/>
          <ac:picMkLst>
            <pc:docMk/>
            <pc:sldMk cId="0" sldId="257"/>
            <ac:picMk id="181" creationId="{686FD9BD-0B5E-0825-5886-48BE26C5E0DA}"/>
          </ac:picMkLst>
        </pc:picChg>
      </pc:sldChg>
      <pc:sldChg chg="addSp delSp modSp mod">
        <pc:chgData name="KONNEBALRAJU" userId="568288e1-7c46-4baa-a6cd-edb8617a19d4" providerId="ADAL" clId="{3D913C89-8A40-490F-8481-81AD36825FD1}" dt="2026-09-12T14:33:27.927" v="3692" actId="404"/>
        <pc:sldMkLst>
          <pc:docMk/>
          <pc:sldMk cId="0" sldId="258"/>
        </pc:sldMkLst>
        <pc:spChg chg="del mod">
          <ac:chgData name="KONNEBALRAJU" userId="568288e1-7c46-4baa-a6cd-edb8617a19d4" providerId="ADAL" clId="{3D913C89-8A40-490F-8481-81AD36825FD1}" dt="2026-09-12T11:09:30.363" v="1474" actId="478"/>
          <ac:spMkLst>
            <pc:docMk/>
            <pc:sldMk cId="0" sldId="258"/>
            <ac:spMk id="2" creationId="{00000000-0000-0000-0000-000000000000}"/>
          </ac:spMkLst>
        </pc:spChg>
        <pc:spChg chg="mod ord">
          <ac:chgData name="KONNEBALRAJU" userId="568288e1-7c46-4baa-a6cd-edb8617a19d4" providerId="ADAL" clId="{3D913C89-8A40-490F-8481-81AD36825FD1}" dt="2026-09-12T13:32:16.013" v="3380" actId="166"/>
          <ac:spMkLst>
            <pc:docMk/>
            <pc:sldMk cId="0" sldId="258"/>
            <ac:spMk id="4" creationId="{00000000-0000-0000-0000-000000000000}"/>
          </ac:spMkLst>
        </pc:spChg>
        <pc:spChg chg="mod ord">
          <ac:chgData name="KONNEBALRAJU" userId="568288e1-7c46-4baa-a6cd-edb8617a19d4" providerId="ADAL" clId="{3D913C89-8A40-490F-8481-81AD36825FD1}" dt="2026-09-12T13:32:30.659" v="3382" actId="166"/>
          <ac:spMkLst>
            <pc:docMk/>
            <pc:sldMk cId="0" sldId="258"/>
            <ac:spMk id="5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1:00:00.713" v="1378" actId="1036"/>
          <ac:spMkLst>
            <pc:docMk/>
            <pc:sldMk cId="0" sldId="258"/>
            <ac:spMk id="17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0:59:05.673" v="1355" actId="14100"/>
          <ac:spMkLst>
            <pc:docMk/>
            <pc:sldMk cId="0" sldId="258"/>
            <ac:spMk id="26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0:58:56.306" v="1354" actId="113"/>
          <ac:spMkLst>
            <pc:docMk/>
            <pc:sldMk cId="0" sldId="258"/>
            <ac:spMk id="27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0:58:51.169" v="1353" actId="14100"/>
          <ac:spMkLst>
            <pc:docMk/>
            <pc:sldMk cId="0" sldId="258"/>
            <ac:spMk id="30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1:00:59.687" v="1390" actId="20577"/>
          <ac:spMkLst>
            <pc:docMk/>
            <pc:sldMk cId="0" sldId="258"/>
            <ac:spMk id="33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0:58:16.594" v="1345" actId="1037"/>
          <ac:spMkLst>
            <pc:docMk/>
            <pc:sldMk cId="0" sldId="258"/>
            <ac:spMk id="36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3:35:37.805" v="3401" actId="34135"/>
          <ac:spMkLst>
            <pc:docMk/>
            <pc:sldMk cId="0" sldId="258"/>
            <ac:spMk id="39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0:55:20.192" v="1305" actId="14100"/>
          <ac:spMkLst>
            <pc:docMk/>
            <pc:sldMk cId="0" sldId="258"/>
            <ac:spMk id="46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0:55:02.616" v="1300" actId="113"/>
          <ac:spMkLst>
            <pc:docMk/>
            <pc:sldMk cId="0" sldId="258"/>
            <ac:spMk id="47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0:56:38.250" v="1318" actId="255"/>
          <ac:spMkLst>
            <pc:docMk/>
            <pc:sldMk cId="0" sldId="258"/>
            <ac:spMk id="55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0:54:35.497" v="1297" actId="113"/>
          <ac:spMkLst>
            <pc:docMk/>
            <pc:sldMk cId="0" sldId="258"/>
            <ac:spMk id="56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3:35:37.805" v="3401" actId="34135"/>
          <ac:spMkLst>
            <pc:docMk/>
            <pc:sldMk cId="0" sldId="258"/>
            <ac:spMk id="57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0:57:14.794" v="1331" actId="1035"/>
          <ac:spMkLst>
            <pc:docMk/>
            <pc:sldMk cId="0" sldId="258"/>
            <ac:spMk id="64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0:54:44.586" v="1298" actId="255"/>
          <ac:spMkLst>
            <pc:docMk/>
            <pc:sldMk cId="0" sldId="258"/>
            <ac:spMk id="65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0:56:17.908" v="1315" actId="255"/>
          <ac:spMkLst>
            <pc:docMk/>
            <pc:sldMk cId="0" sldId="258"/>
            <ac:spMk id="73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0:54:23.907" v="1295" actId="255"/>
          <ac:spMkLst>
            <pc:docMk/>
            <pc:sldMk cId="0" sldId="258"/>
            <ac:spMk id="74" creationId="{00000000-0000-0000-0000-000000000000}"/>
          </ac:spMkLst>
        </pc:spChg>
        <pc:spChg chg="ord">
          <ac:chgData name="KONNEBALRAJU" userId="568288e1-7c46-4baa-a6cd-edb8617a19d4" providerId="ADAL" clId="{3D913C89-8A40-490F-8481-81AD36825FD1}" dt="2026-09-12T13:35:16.375" v="3400" actId="171"/>
          <ac:spMkLst>
            <pc:docMk/>
            <pc:sldMk cId="0" sldId="258"/>
            <ac:spMk id="79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0:56:31.350" v="1317" actId="14100"/>
          <ac:spMkLst>
            <pc:docMk/>
            <pc:sldMk cId="0" sldId="258"/>
            <ac:spMk id="81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0:54:30.543" v="1296" actId="255"/>
          <ac:spMkLst>
            <pc:docMk/>
            <pc:sldMk cId="0" sldId="258"/>
            <ac:spMk id="82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3:35:37.805" v="3401" actId="34135"/>
          <ac:spMkLst>
            <pc:docMk/>
            <pc:sldMk cId="0" sldId="258"/>
            <ac:spMk id="83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3:35:37.805" v="3401" actId="34135"/>
          <ac:spMkLst>
            <pc:docMk/>
            <pc:sldMk cId="0" sldId="258"/>
            <ac:spMk id="90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3:35:37.805" v="3401" actId="34135"/>
          <ac:spMkLst>
            <pc:docMk/>
            <pc:sldMk cId="0" sldId="258"/>
            <ac:spMk id="95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0:52:25.006" v="1272" actId="403"/>
          <ac:spMkLst>
            <pc:docMk/>
            <pc:sldMk cId="0" sldId="258"/>
            <ac:spMk id="96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0:53:02.697" v="1277" actId="255"/>
          <ac:spMkLst>
            <pc:docMk/>
            <pc:sldMk cId="0" sldId="258"/>
            <ac:spMk id="97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0:50:59.505" v="1264" actId="14100"/>
          <ac:spMkLst>
            <pc:docMk/>
            <pc:sldMk cId="0" sldId="258"/>
            <ac:spMk id="101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3:35:37.805" v="3401" actId="34135"/>
          <ac:spMkLst>
            <pc:docMk/>
            <pc:sldMk cId="0" sldId="258"/>
            <ac:spMk id="103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3:35:37.805" v="3401" actId="34135"/>
          <ac:spMkLst>
            <pc:docMk/>
            <pc:sldMk cId="0" sldId="258"/>
            <ac:spMk id="104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3:35:37.805" v="3401" actId="34135"/>
          <ac:spMkLst>
            <pc:docMk/>
            <pc:sldMk cId="0" sldId="258"/>
            <ac:spMk id="105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3:35:37.805" v="3401" actId="34135"/>
          <ac:spMkLst>
            <pc:docMk/>
            <pc:sldMk cId="0" sldId="258"/>
            <ac:spMk id="108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0:54:06.458" v="1293" actId="404"/>
          <ac:spMkLst>
            <pc:docMk/>
            <pc:sldMk cId="0" sldId="258"/>
            <ac:spMk id="111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3:35:37.805" v="3401" actId="34135"/>
          <ac:spMkLst>
            <pc:docMk/>
            <pc:sldMk cId="0" sldId="258"/>
            <ac:spMk id="112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0:51:04.657" v="1266" actId="14100"/>
          <ac:spMkLst>
            <pc:docMk/>
            <pc:sldMk cId="0" sldId="258"/>
            <ac:spMk id="115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0:52:25.006" v="1272" actId="403"/>
          <ac:spMkLst>
            <pc:docMk/>
            <pc:sldMk cId="0" sldId="258"/>
            <ac:spMk id="118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0:53:14.607" v="1284" actId="1035"/>
          <ac:spMkLst>
            <pc:docMk/>
            <pc:sldMk cId="0" sldId="258"/>
            <ac:spMk id="119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0:51:06.622" v="1267" actId="14100"/>
          <ac:spMkLst>
            <pc:docMk/>
            <pc:sldMk cId="0" sldId="258"/>
            <ac:spMk id="123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4:31:41.884" v="3637"/>
          <ac:spMkLst>
            <pc:docMk/>
            <pc:sldMk cId="0" sldId="258"/>
            <ac:spMk id="126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4:31:32.595" v="3632" actId="20577"/>
          <ac:spMkLst>
            <pc:docMk/>
            <pc:sldMk cId="0" sldId="258"/>
            <ac:spMk id="127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4:32:33.926" v="3681" actId="20577"/>
          <ac:spMkLst>
            <pc:docMk/>
            <pc:sldMk cId="0" sldId="258"/>
            <ac:spMk id="128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0:51:08.569" v="1268" actId="14100"/>
          <ac:spMkLst>
            <pc:docMk/>
            <pc:sldMk cId="0" sldId="258"/>
            <ac:spMk id="132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0:59:55.496" v="1373" actId="1035"/>
          <ac:spMkLst>
            <pc:docMk/>
            <pc:sldMk cId="0" sldId="258"/>
            <ac:spMk id="153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0:59:47.829" v="1367" actId="1036"/>
          <ac:spMkLst>
            <pc:docMk/>
            <pc:sldMk cId="0" sldId="258"/>
            <ac:spMk id="154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0:59:44.142" v="1365" actId="1036"/>
          <ac:spMkLst>
            <pc:docMk/>
            <pc:sldMk cId="0" sldId="258"/>
            <ac:spMk id="155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1:12:40.974" v="1480" actId="20578"/>
          <ac:spMkLst>
            <pc:docMk/>
            <pc:sldMk cId="0" sldId="258"/>
            <ac:spMk id="156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1:12:37.356" v="1479" actId="404"/>
          <ac:spMkLst>
            <pc:docMk/>
            <pc:sldMk cId="0" sldId="258"/>
            <ac:spMk id="158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4:33:27.927" v="3692" actId="404"/>
          <ac:spMkLst>
            <pc:docMk/>
            <pc:sldMk cId="0" sldId="258"/>
            <ac:spMk id="159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3:30:53.554" v="3366" actId="1036"/>
          <ac:spMkLst>
            <pc:docMk/>
            <pc:sldMk cId="0" sldId="258"/>
            <ac:spMk id="165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3:10:01.209" v="2928" actId="20577"/>
          <ac:spMkLst>
            <pc:docMk/>
            <pc:sldMk cId="0" sldId="258"/>
            <ac:spMk id="169" creationId="{00000000-0000-0000-0000-000000000000}"/>
          </ac:spMkLst>
        </pc:spChg>
        <pc:spChg chg="add del mod ord">
          <ac:chgData name="KONNEBALRAJU" userId="568288e1-7c46-4baa-a6cd-edb8617a19d4" providerId="ADAL" clId="{3D913C89-8A40-490F-8481-81AD36825FD1}" dt="2026-09-12T12:17:25.315" v="2128" actId="478"/>
          <ac:spMkLst>
            <pc:docMk/>
            <pc:sldMk cId="0" sldId="258"/>
            <ac:spMk id="171" creationId="{497F0773-320D-D6BE-9A3A-44B41B2D6CE8}"/>
          </ac:spMkLst>
        </pc:spChg>
        <pc:spChg chg="add mod">
          <ac:chgData name="KONNEBALRAJU" userId="568288e1-7c46-4baa-a6cd-edb8617a19d4" providerId="ADAL" clId="{3D913C89-8A40-490F-8481-81AD36825FD1}" dt="2026-09-12T14:32:55.967" v="3688" actId="404"/>
          <ac:spMkLst>
            <pc:docMk/>
            <pc:sldMk cId="0" sldId="258"/>
            <ac:spMk id="174" creationId="{42D73CD0-88F8-D9C9-0602-A15DCABFAEC5}"/>
          </ac:spMkLst>
        </pc:spChg>
        <pc:picChg chg="mod ord">
          <ac:chgData name="KONNEBALRAJU" userId="568288e1-7c46-4baa-a6cd-edb8617a19d4" providerId="ADAL" clId="{3D913C89-8A40-490F-8481-81AD36825FD1}" dt="2026-09-12T13:32:52.212" v="3385" actId="14100"/>
          <ac:picMkLst>
            <pc:docMk/>
            <pc:sldMk cId="0" sldId="258"/>
            <ac:picMk id="3" creationId="{00000000-0000-0000-0000-000000000000}"/>
          </ac:picMkLst>
        </pc:picChg>
        <pc:picChg chg="add del mod modCrop">
          <ac:chgData name="KONNEBALRAJU" userId="568288e1-7c46-4baa-a6cd-edb8617a19d4" providerId="ADAL" clId="{3D913C89-8A40-490F-8481-81AD36825FD1}" dt="2026-09-12T12:12:25.983" v="2005" actId="478"/>
          <ac:picMkLst>
            <pc:docMk/>
            <pc:sldMk cId="0" sldId="258"/>
            <ac:picMk id="6" creationId="{00000000-0000-0000-0000-000000000000}"/>
          </ac:picMkLst>
        </pc:picChg>
        <pc:picChg chg="add del">
          <ac:chgData name="KONNEBALRAJU" userId="568288e1-7c46-4baa-a6cd-edb8617a19d4" providerId="ADAL" clId="{3D913C89-8A40-490F-8481-81AD36825FD1}" dt="2026-09-12T12:12:26.495" v="2006" actId="478"/>
          <ac:picMkLst>
            <pc:docMk/>
            <pc:sldMk cId="0" sldId="258"/>
            <ac:picMk id="7" creationId="{00000000-0000-0000-0000-000000000000}"/>
          </ac:picMkLst>
        </pc:picChg>
        <pc:picChg chg="add del mod">
          <ac:chgData name="KONNEBALRAJU" userId="568288e1-7c46-4baa-a6cd-edb8617a19d4" providerId="ADAL" clId="{3D913C89-8A40-490F-8481-81AD36825FD1}" dt="2026-09-12T12:12:46.402" v="2009" actId="1076"/>
          <ac:picMkLst>
            <pc:docMk/>
            <pc:sldMk cId="0" sldId="258"/>
            <ac:picMk id="12" creationId="{00000000-0000-0000-0000-000000000000}"/>
          </ac:picMkLst>
        </pc:picChg>
        <pc:picChg chg="mod">
          <ac:chgData name="KONNEBALRAJU" userId="568288e1-7c46-4baa-a6cd-edb8617a19d4" providerId="ADAL" clId="{3D913C89-8A40-490F-8481-81AD36825FD1}" dt="2026-09-12T12:13:39.794" v="2015" actId="14100"/>
          <ac:picMkLst>
            <pc:docMk/>
            <pc:sldMk cId="0" sldId="258"/>
            <ac:picMk id="16" creationId="{00000000-0000-0000-0000-000000000000}"/>
          </ac:picMkLst>
        </pc:picChg>
        <pc:picChg chg="mod">
          <ac:chgData name="KONNEBALRAJU" userId="568288e1-7c46-4baa-a6cd-edb8617a19d4" providerId="ADAL" clId="{3D913C89-8A40-490F-8481-81AD36825FD1}" dt="2026-09-12T12:13:47.301" v="2038" actId="1035"/>
          <ac:picMkLst>
            <pc:docMk/>
            <pc:sldMk cId="0" sldId="258"/>
            <ac:picMk id="19" creationId="{00000000-0000-0000-0000-000000000000}"/>
          </ac:picMkLst>
        </pc:picChg>
        <pc:picChg chg="add del mod">
          <ac:chgData name="KONNEBALRAJU" userId="568288e1-7c46-4baa-a6cd-edb8617a19d4" providerId="ADAL" clId="{3D913C89-8A40-490F-8481-81AD36825FD1}" dt="2026-09-12T13:10:17.947" v="2930" actId="478"/>
          <ac:picMkLst>
            <pc:docMk/>
            <pc:sldMk cId="0" sldId="258"/>
            <ac:picMk id="20" creationId="{00000000-0000-0000-0000-000000000000}"/>
          </ac:picMkLst>
        </pc:picChg>
        <pc:picChg chg="mod">
          <ac:chgData name="KONNEBALRAJU" userId="568288e1-7c46-4baa-a6cd-edb8617a19d4" providerId="ADAL" clId="{3D913C89-8A40-490F-8481-81AD36825FD1}" dt="2026-09-12T10:56:40.658" v="1319" actId="14100"/>
          <ac:picMkLst>
            <pc:docMk/>
            <pc:sldMk cId="0" sldId="258"/>
            <ac:picMk id="48" creationId="{00000000-0000-0000-0000-000000000000}"/>
          </ac:picMkLst>
        </pc:picChg>
        <pc:picChg chg="mod">
          <ac:chgData name="KONNEBALRAJU" userId="568288e1-7c46-4baa-a6cd-edb8617a19d4" providerId="ADAL" clId="{3D913C89-8A40-490F-8481-81AD36825FD1}" dt="2026-09-12T12:12:27.097" v="2007" actId="1076"/>
          <ac:picMkLst>
            <pc:docMk/>
            <pc:sldMk cId="0" sldId="258"/>
            <ac:picMk id="110" creationId="{00000000-0000-0000-0000-000000000000}"/>
          </ac:picMkLst>
        </pc:picChg>
        <pc:picChg chg="mod">
          <ac:chgData name="KONNEBALRAJU" userId="568288e1-7c46-4baa-a6cd-edb8617a19d4" providerId="ADAL" clId="{3D913C89-8A40-490F-8481-81AD36825FD1}" dt="2026-09-12T10:45:05.329" v="1217" actId="1076"/>
          <ac:picMkLst>
            <pc:docMk/>
            <pc:sldMk cId="0" sldId="258"/>
            <ac:picMk id="114" creationId="{00000000-0000-0000-0000-000000000000}"/>
          </ac:picMkLst>
        </pc:picChg>
        <pc:picChg chg="ord">
          <ac:chgData name="KONNEBALRAJU" userId="568288e1-7c46-4baa-a6cd-edb8617a19d4" providerId="ADAL" clId="{3D913C89-8A40-490F-8481-81AD36825FD1}" dt="2026-09-12T13:34:46.288" v="3394" actId="170"/>
          <ac:picMkLst>
            <pc:docMk/>
            <pc:sldMk cId="0" sldId="258"/>
            <ac:picMk id="144" creationId="{00000000-0000-0000-0000-000000000000}"/>
          </ac:picMkLst>
        </pc:picChg>
        <pc:picChg chg="mod">
          <ac:chgData name="KONNEBALRAJU" userId="568288e1-7c46-4baa-a6cd-edb8617a19d4" providerId="ADAL" clId="{3D913C89-8A40-490F-8481-81AD36825FD1}" dt="2026-09-12T12:17:16.035" v="2127" actId="1036"/>
          <ac:picMkLst>
            <pc:docMk/>
            <pc:sldMk cId="0" sldId="258"/>
            <ac:picMk id="168" creationId="{00000000-0000-0000-0000-000000000000}"/>
          </ac:picMkLst>
        </pc:picChg>
        <pc:inkChg chg="add del">
          <ac:chgData name="KONNEBALRAJU" userId="568288e1-7c46-4baa-a6cd-edb8617a19d4" providerId="ADAL" clId="{3D913C89-8A40-490F-8481-81AD36825FD1}" dt="2026-09-12T13:10:56.403" v="2932" actId="9405"/>
          <ac:inkMkLst>
            <pc:docMk/>
            <pc:sldMk cId="0" sldId="258"/>
            <ac:inkMk id="173" creationId="{2E2211C1-43BE-1E7E-059F-A2DB325718D6}"/>
          </ac:inkMkLst>
        </pc:inkChg>
      </pc:sldChg>
      <pc:sldChg chg="addSp delSp modSp del mod">
        <pc:chgData name="KONNEBALRAJU" userId="568288e1-7c46-4baa-a6cd-edb8617a19d4" providerId="ADAL" clId="{3D913C89-8A40-490F-8481-81AD36825FD1}" dt="2026-09-12T10:16:50.731" v="884" actId="47"/>
        <pc:sldMkLst>
          <pc:docMk/>
          <pc:sldMk cId="0" sldId="281"/>
        </pc:sldMkLst>
        <pc:spChg chg="mod">
          <ac:chgData name="KONNEBALRAJU" userId="568288e1-7c46-4baa-a6cd-edb8617a19d4" providerId="ADAL" clId="{3D913C89-8A40-490F-8481-81AD36825FD1}" dt="2026-09-12T08:06:12.714" v="28"/>
          <ac:spMkLst>
            <pc:docMk/>
            <pc:sldMk cId="0" sldId="281"/>
            <ac:spMk id="13" creationId="{C72E92ED-751F-3CA1-C43D-F75F75C45F45}"/>
          </ac:spMkLst>
        </pc:spChg>
        <pc:spChg chg="mod">
          <ac:chgData name="KONNEBALRAJU" userId="568288e1-7c46-4baa-a6cd-edb8617a19d4" providerId="ADAL" clId="{3D913C89-8A40-490F-8481-81AD36825FD1}" dt="2026-09-12T08:06:12.714" v="28"/>
          <ac:spMkLst>
            <pc:docMk/>
            <pc:sldMk cId="0" sldId="281"/>
            <ac:spMk id="15" creationId="{57C79340-76C9-36FB-370D-7F67CB828797}"/>
          </ac:spMkLst>
        </pc:spChg>
        <pc:spChg chg="mod">
          <ac:chgData name="KONNEBALRAJU" userId="568288e1-7c46-4baa-a6cd-edb8617a19d4" providerId="ADAL" clId="{3D913C89-8A40-490F-8481-81AD36825FD1}" dt="2026-09-12T08:06:12.714" v="28"/>
          <ac:spMkLst>
            <pc:docMk/>
            <pc:sldMk cId="0" sldId="281"/>
            <ac:spMk id="17" creationId="{C453342E-E853-7B16-110E-609ADBA9B539}"/>
          </ac:spMkLst>
        </pc:spChg>
        <pc:spChg chg="mod">
          <ac:chgData name="KONNEBALRAJU" userId="568288e1-7c46-4baa-a6cd-edb8617a19d4" providerId="ADAL" clId="{3D913C89-8A40-490F-8481-81AD36825FD1}" dt="2026-09-12T08:06:12.714" v="28"/>
          <ac:spMkLst>
            <pc:docMk/>
            <pc:sldMk cId="0" sldId="281"/>
            <ac:spMk id="24" creationId="{C768EE44-9EEC-000B-36E1-2266698D3EAF}"/>
          </ac:spMkLst>
        </pc:spChg>
        <pc:spChg chg="mod">
          <ac:chgData name="KONNEBALRAJU" userId="568288e1-7c46-4baa-a6cd-edb8617a19d4" providerId="ADAL" clId="{3D913C89-8A40-490F-8481-81AD36825FD1}" dt="2026-09-12T08:06:12.714" v="28"/>
          <ac:spMkLst>
            <pc:docMk/>
            <pc:sldMk cId="0" sldId="281"/>
            <ac:spMk id="25" creationId="{22B9CB7D-EE99-2678-68ED-C6BE76FFBDD2}"/>
          </ac:spMkLst>
        </pc:spChg>
        <pc:spChg chg="mod">
          <ac:chgData name="KONNEBALRAJU" userId="568288e1-7c46-4baa-a6cd-edb8617a19d4" providerId="ADAL" clId="{3D913C89-8A40-490F-8481-81AD36825FD1}" dt="2026-09-12T08:06:12.714" v="28"/>
          <ac:spMkLst>
            <pc:docMk/>
            <pc:sldMk cId="0" sldId="281"/>
            <ac:spMk id="29" creationId="{06BC1DF6-C9C9-E1C9-B068-6D17224118FB}"/>
          </ac:spMkLst>
        </pc:spChg>
        <pc:spChg chg="add mod">
          <ac:chgData name="KONNEBALRAJU" userId="568288e1-7c46-4baa-a6cd-edb8617a19d4" providerId="ADAL" clId="{3D913C89-8A40-490F-8481-81AD36825FD1}" dt="2026-09-12T08:06:12.714" v="28"/>
          <ac:spMkLst>
            <pc:docMk/>
            <pc:sldMk cId="0" sldId="281"/>
            <ac:spMk id="33" creationId="{ED1CF51A-3D82-6C52-3A66-7BB973FB57D1}"/>
          </ac:spMkLst>
        </pc:spChg>
        <pc:spChg chg="add mod">
          <ac:chgData name="KONNEBALRAJU" userId="568288e1-7c46-4baa-a6cd-edb8617a19d4" providerId="ADAL" clId="{3D913C89-8A40-490F-8481-81AD36825FD1}" dt="2026-09-12T08:06:12.714" v="28"/>
          <ac:spMkLst>
            <pc:docMk/>
            <pc:sldMk cId="0" sldId="281"/>
            <ac:spMk id="38" creationId="{AA493936-8A83-E550-BBB3-FE51097B3041}"/>
          </ac:spMkLst>
        </pc:spChg>
        <pc:spChg chg="mod">
          <ac:chgData name="KONNEBALRAJU" userId="568288e1-7c46-4baa-a6cd-edb8617a19d4" providerId="ADAL" clId="{3D913C89-8A40-490F-8481-81AD36825FD1}" dt="2026-09-12T08:06:12.714" v="28"/>
          <ac:spMkLst>
            <pc:docMk/>
            <pc:sldMk cId="0" sldId="281"/>
            <ac:spMk id="42" creationId="{0142D0BD-8654-A920-E60B-E0C1B7E8A85A}"/>
          </ac:spMkLst>
        </pc:spChg>
        <pc:spChg chg="mod">
          <ac:chgData name="KONNEBALRAJU" userId="568288e1-7c46-4baa-a6cd-edb8617a19d4" providerId="ADAL" clId="{3D913C89-8A40-490F-8481-81AD36825FD1}" dt="2026-09-12T08:06:12.714" v="28"/>
          <ac:spMkLst>
            <pc:docMk/>
            <pc:sldMk cId="0" sldId="281"/>
            <ac:spMk id="44" creationId="{5D62518A-D851-1F7A-5D7A-4084B21D8FD3}"/>
          </ac:spMkLst>
        </pc:spChg>
        <pc:spChg chg="add mod">
          <ac:chgData name="KONNEBALRAJU" userId="568288e1-7c46-4baa-a6cd-edb8617a19d4" providerId="ADAL" clId="{3D913C89-8A40-490F-8481-81AD36825FD1}" dt="2026-09-12T08:07:07.966" v="31" actId="14100"/>
          <ac:spMkLst>
            <pc:docMk/>
            <pc:sldMk cId="0" sldId="281"/>
            <ac:spMk id="45" creationId="{BD0B1ACA-71EE-5991-8525-027307870602}"/>
          </ac:spMkLst>
        </pc:spChg>
        <pc:spChg chg="mod">
          <ac:chgData name="KONNEBALRAJU" userId="568288e1-7c46-4baa-a6cd-edb8617a19d4" providerId="ADAL" clId="{3D913C89-8A40-490F-8481-81AD36825FD1}" dt="2026-09-12T08:07:02.831" v="29"/>
          <ac:spMkLst>
            <pc:docMk/>
            <pc:sldMk cId="0" sldId="281"/>
            <ac:spMk id="49" creationId="{605F583E-6BF1-0F83-F05F-E3343B0364BB}"/>
          </ac:spMkLst>
        </pc:spChg>
        <pc:spChg chg="mod">
          <ac:chgData name="KONNEBALRAJU" userId="568288e1-7c46-4baa-a6cd-edb8617a19d4" providerId="ADAL" clId="{3D913C89-8A40-490F-8481-81AD36825FD1}" dt="2026-09-12T08:07:02.831" v="29"/>
          <ac:spMkLst>
            <pc:docMk/>
            <pc:sldMk cId="0" sldId="281"/>
            <ac:spMk id="53" creationId="{EDFE86F1-CC50-63EB-4162-43A52330098D}"/>
          </ac:spMkLst>
        </pc:spChg>
        <pc:spChg chg="mod">
          <ac:chgData name="KONNEBALRAJU" userId="568288e1-7c46-4baa-a6cd-edb8617a19d4" providerId="ADAL" clId="{3D913C89-8A40-490F-8481-81AD36825FD1}" dt="2026-09-12T08:07:02.831" v="29"/>
          <ac:spMkLst>
            <pc:docMk/>
            <pc:sldMk cId="0" sldId="281"/>
            <ac:spMk id="60" creationId="{9D7E64E8-3B74-02B4-2EAC-79BE416CB62B}"/>
          </ac:spMkLst>
        </pc:spChg>
        <pc:spChg chg="mod">
          <ac:chgData name="KONNEBALRAJU" userId="568288e1-7c46-4baa-a6cd-edb8617a19d4" providerId="ADAL" clId="{3D913C89-8A40-490F-8481-81AD36825FD1}" dt="2026-09-12T08:07:07.966" v="31" actId="14100"/>
          <ac:spMkLst>
            <pc:docMk/>
            <pc:sldMk cId="0" sldId="281"/>
            <ac:spMk id="61" creationId="{6E9B933E-69DC-CABF-ECB9-310A03A252B4}"/>
          </ac:spMkLst>
        </pc:spChg>
        <pc:spChg chg="mod">
          <ac:chgData name="KONNEBALRAJU" userId="568288e1-7c46-4baa-a6cd-edb8617a19d4" providerId="ADAL" clId="{3D913C89-8A40-490F-8481-81AD36825FD1}" dt="2026-09-12T08:07:07.966" v="31" actId="14100"/>
          <ac:spMkLst>
            <pc:docMk/>
            <pc:sldMk cId="0" sldId="281"/>
            <ac:spMk id="62" creationId="{D2B6A458-A5DD-4BE0-7469-6E5706BFAD17}"/>
          </ac:spMkLst>
        </pc:spChg>
        <pc:spChg chg="mod">
          <ac:chgData name="KONNEBALRAJU" userId="568288e1-7c46-4baa-a6cd-edb8617a19d4" providerId="ADAL" clId="{3D913C89-8A40-490F-8481-81AD36825FD1}" dt="2026-09-12T08:07:02.831" v="29"/>
          <ac:spMkLst>
            <pc:docMk/>
            <pc:sldMk cId="0" sldId="281"/>
            <ac:spMk id="15360" creationId="{C570A32E-ADBA-CE09-1E8E-E67518BB0642}"/>
          </ac:spMkLst>
        </pc:spChg>
        <pc:spChg chg="add mod">
          <ac:chgData name="KONNEBALRAJU" userId="568288e1-7c46-4baa-a6cd-edb8617a19d4" providerId="ADAL" clId="{3D913C89-8A40-490F-8481-81AD36825FD1}" dt="2026-09-12T08:07:07.966" v="31" actId="14100"/>
          <ac:spMkLst>
            <pc:docMk/>
            <pc:sldMk cId="0" sldId="281"/>
            <ac:spMk id="15364" creationId="{509460D7-5FF4-BD79-16A4-BFF1B6B924A6}"/>
          </ac:spMkLst>
        </pc:spChg>
        <pc:spChg chg="mod">
          <ac:chgData name="KONNEBALRAJU" userId="568288e1-7c46-4baa-a6cd-edb8617a19d4" providerId="ADAL" clId="{3D913C89-8A40-490F-8481-81AD36825FD1}" dt="2026-09-12T08:07:07.966" v="31" actId="14100"/>
          <ac:spMkLst>
            <pc:docMk/>
            <pc:sldMk cId="0" sldId="281"/>
            <ac:spMk id="15365" creationId="{92B13B13-E02E-813C-67B8-15AE59457C3F}"/>
          </ac:spMkLst>
        </pc:spChg>
        <pc:spChg chg="mod">
          <ac:chgData name="KONNEBALRAJU" userId="568288e1-7c46-4baa-a6cd-edb8617a19d4" providerId="ADAL" clId="{3D913C89-8A40-490F-8481-81AD36825FD1}" dt="2026-09-12T08:07:02.831" v="29"/>
          <ac:spMkLst>
            <pc:docMk/>
            <pc:sldMk cId="0" sldId="281"/>
            <ac:spMk id="15367" creationId="{CA5271F9-5D6D-A09A-FE66-A239688B12EA}"/>
          </ac:spMkLst>
        </pc:spChg>
        <pc:spChg chg="add mod">
          <ac:chgData name="KONNEBALRAJU" userId="568288e1-7c46-4baa-a6cd-edb8617a19d4" providerId="ADAL" clId="{3D913C89-8A40-490F-8481-81AD36825FD1}" dt="2026-09-12T08:07:07.966" v="31" actId="14100"/>
          <ac:spMkLst>
            <pc:docMk/>
            <pc:sldMk cId="0" sldId="281"/>
            <ac:spMk id="15370" creationId="{FF55A2C1-4F97-F57F-5E10-22DECAE28D52}"/>
          </ac:spMkLst>
        </pc:spChg>
        <pc:spChg chg="add mod">
          <ac:chgData name="KONNEBALRAJU" userId="568288e1-7c46-4baa-a6cd-edb8617a19d4" providerId="ADAL" clId="{3D913C89-8A40-490F-8481-81AD36825FD1}" dt="2026-09-12T08:07:07.966" v="31" actId="14100"/>
          <ac:spMkLst>
            <pc:docMk/>
            <pc:sldMk cId="0" sldId="281"/>
            <ac:spMk id="15371" creationId="{2AF18094-6205-FD65-86AB-3D05BD204B7E}"/>
          </ac:spMkLst>
        </pc:spChg>
        <pc:spChg chg="mod">
          <ac:chgData name="KONNEBALRAJU" userId="568288e1-7c46-4baa-a6cd-edb8617a19d4" providerId="ADAL" clId="{3D913C89-8A40-490F-8481-81AD36825FD1}" dt="2026-09-12T08:07:02.831" v="29"/>
          <ac:spMkLst>
            <pc:docMk/>
            <pc:sldMk cId="0" sldId="281"/>
            <ac:spMk id="15375" creationId="{01C9E857-D763-28C8-1604-59271BC7A088}"/>
          </ac:spMkLst>
        </pc:spChg>
        <pc:spChg chg="add mod">
          <ac:chgData name="KONNEBALRAJU" userId="568288e1-7c46-4baa-a6cd-edb8617a19d4" providerId="ADAL" clId="{3D913C89-8A40-490F-8481-81AD36825FD1}" dt="2026-09-12T08:20:16.348" v="44"/>
          <ac:spMkLst>
            <pc:docMk/>
            <pc:sldMk cId="0" sldId="281"/>
            <ac:spMk id="15377" creationId="{23C8995F-B041-B00A-A292-3E6E92A338C3}"/>
          </ac:spMkLst>
        </pc:spChg>
        <pc:spChg chg="mod">
          <ac:chgData name="KONNEBALRAJU" userId="568288e1-7c46-4baa-a6cd-edb8617a19d4" providerId="ADAL" clId="{3D913C89-8A40-490F-8481-81AD36825FD1}" dt="2026-09-12T08:20:16.348" v="44"/>
          <ac:spMkLst>
            <pc:docMk/>
            <pc:sldMk cId="0" sldId="281"/>
            <ac:spMk id="15380" creationId="{61A5E589-A928-D49D-C5C5-09896BEE9013}"/>
          </ac:spMkLst>
        </pc:spChg>
        <pc:spChg chg="mod">
          <ac:chgData name="KONNEBALRAJU" userId="568288e1-7c46-4baa-a6cd-edb8617a19d4" providerId="ADAL" clId="{3D913C89-8A40-490F-8481-81AD36825FD1}" dt="2026-09-12T08:20:16.348" v="44"/>
          <ac:spMkLst>
            <pc:docMk/>
            <pc:sldMk cId="0" sldId="281"/>
            <ac:spMk id="15382" creationId="{3D2D5F90-C618-9B0B-7877-3A6C4A00D13A}"/>
          </ac:spMkLst>
        </pc:spChg>
        <pc:spChg chg="mod">
          <ac:chgData name="KONNEBALRAJU" userId="568288e1-7c46-4baa-a6cd-edb8617a19d4" providerId="ADAL" clId="{3D913C89-8A40-490F-8481-81AD36825FD1}" dt="2026-09-12T08:20:16.348" v="44"/>
          <ac:spMkLst>
            <pc:docMk/>
            <pc:sldMk cId="0" sldId="281"/>
            <ac:spMk id="15387" creationId="{AA59024C-3FF6-B761-DE20-0D47027FBAA9}"/>
          </ac:spMkLst>
        </pc:spChg>
        <pc:spChg chg="mod">
          <ac:chgData name="KONNEBALRAJU" userId="568288e1-7c46-4baa-a6cd-edb8617a19d4" providerId="ADAL" clId="{3D913C89-8A40-490F-8481-81AD36825FD1}" dt="2026-09-12T08:20:16.348" v="44"/>
          <ac:spMkLst>
            <pc:docMk/>
            <pc:sldMk cId="0" sldId="281"/>
            <ac:spMk id="15390" creationId="{C954D947-8455-D060-2ECD-83A4051434FA}"/>
          </ac:spMkLst>
        </pc:spChg>
        <pc:spChg chg="mod">
          <ac:chgData name="KONNEBALRAJU" userId="568288e1-7c46-4baa-a6cd-edb8617a19d4" providerId="ADAL" clId="{3D913C89-8A40-490F-8481-81AD36825FD1}" dt="2026-09-12T08:20:16.348" v="44"/>
          <ac:spMkLst>
            <pc:docMk/>
            <pc:sldMk cId="0" sldId="281"/>
            <ac:spMk id="15402" creationId="{36F1646A-6989-38CE-B6C4-1034839D088E}"/>
          </ac:spMkLst>
        </pc:spChg>
        <pc:spChg chg="add mod">
          <ac:chgData name="KONNEBALRAJU" userId="568288e1-7c46-4baa-a6cd-edb8617a19d4" providerId="ADAL" clId="{3D913C89-8A40-490F-8481-81AD36825FD1}" dt="2026-09-12T08:20:16.348" v="44"/>
          <ac:spMkLst>
            <pc:docMk/>
            <pc:sldMk cId="0" sldId="281"/>
            <ac:spMk id="15406" creationId="{9A612AC9-2187-85FE-9424-94765F0E37DC}"/>
          </ac:spMkLst>
        </pc:spChg>
        <pc:spChg chg="mod">
          <ac:chgData name="KONNEBALRAJU" userId="568288e1-7c46-4baa-a6cd-edb8617a19d4" providerId="ADAL" clId="{3D913C89-8A40-490F-8481-81AD36825FD1}" dt="2026-09-12T08:20:16.348" v="44"/>
          <ac:spMkLst>
            <pc:docMk/>
            <pc:sldMk cId="0" sldId="281"/>
            <ac:spMk id="15408" creationId="{E7B7EBC0-053D-BC58-6DBF-9CADDBEF6D13}"/>
          </ac:spMkLst>
        </pc:spChg>
        <pc:spChg chg="mod">
          <ac:chgData name="KONNEBALRAJU" userId="568288e1-7c46-4baa-a6cd-edb8617a19d4" providerId="ADAL" clId="{3D913C89-8A40-490F-8481-81AD36825FD1}" dt="2026-09-12T08:20:16.348" v="44"/>
          <ac:spMkLst>
            <pc:docMk/>
            <pc:sldMk cId="0" sldId="281"/>
            <ac:spMk id="15409" creationId="{36CA532B-EFEC-E5E6-C05B-AF8971F842DF}"/>
          </ac:spMkLst>
        </pc:spChg>
        <pc:spChg chg="mod">
          <ac:chgData name="KONNEBALRAJU" userId="568288e1-7c46-4baa-a6cd-edb8617a19d4" providerId="ADAL" clId="{3D913C89-8A40-490F-8481-81AD36825FD1}" dt="2026-09-12T08:20:16.348" v="44"/>
          <ac:spMkLst>
            <pc:docMk/>
            <pc:sldMk cId="0" sldId="281"/>
            <ac:spMk id="15410" creationId="{CD9E5B3A-CA85-D0E1-93A3-A961705A33A2}"/>
          </ac:spMkLst>
        </pc:spChg>
        <pc:grpChg chg="mod">
          <ac:chgData name="KONNEBALRAJU" userId="568288e1-7c46-4baa-a6cd-edb8617a19d4" providerId="ADAL" clId="{3D913C89-8A40-490F-8481-81AD36825FD1}" dt="2026-09-12T08:07:07.966" v="31" actId="14100"/>
          <ac:grpSpMkLst>
            <pc:docMk/>
            <pc:sldMk cId="0" sldId="281"/>
            <ac:grpSpMk id="57" creationId="{F4361320-190D-BA06-F209-EAFD3A06C424}"/>
          </ac:grpSpMkLst>
        </pc:grpChg>
        <pc:grpChg chg="mod">
          <ac:chgData name="KONNEBALRAJU" userId="568288e1-7c46-4baa-a6cd-edb8617a19d4" providerId="ADAL" clId="{3D913C89-8A40-490F-8481-81AD36825FD1}" dt="2026-09-12T08:07:07.966" v="31" actId="14100"/>
          <ac:grpSpMkLst>
            <pc:docMk/>
            <pc:sldMk cId="0" sldId="281"/>
            <ac:grpSpMk id="15366" creationId="{FD84675C-9C19-3C81-290F-5BF967D7EB16}"/>
          </ac:grpSpMkLst>
        </pc:grpChg>
        <pc:grpChg chg="mod">
          <ac:chgData name="KONNEBALRAJU" userId="568288e1-7c46-4baa-a6cd-edb8617a19d4" providerId="ADAL" clId="{3D913C89-8A40-490F-8481-81AD36825FD1}" dt="2026-09-12T08:07:07.966" v="31" actId="14100"/>
          <ac:grpSpMkLst>
            <pc:docMk/>
            <pc:sldMk cId="0" sldId="281"/>
            <ac:grpSpMk id="15372" creationId="{D56AF7E5-803B-E0CC-E37E-5C0683C147BB}"/>
          </ac:grpSpMkLst>
        </pc:grpChg>
        <pc:picChg chg="add del mod">
          <ac:chgData name="KONNEBALRAJU" userId="568288e1-7c46-4baa-a6cd-edb8617a19d4" providerId="ADAL" clId="{3D913C89-8A40-490F-8481-81AD36825FD1}" dt="2026-09-12T08:17:23.329" v="43" actId="1076"/>
          <ac:picMkLst>
            <pc:docMk/>
            <pc:sldMk cId="0" sldId="281"/>
            <ac:picMk id="4" creationId="{F941654A-E383-8DED-F44B-B865D9628BD8}"/>
          </ac:picMkLst>
        </pc:picChg>
        <pc:picChg chg="mod">
          <ac:chgData name="KONNEBALRAJU" userId="568288e1-7c46-4baa-a6cd-edb8617a19d4" providerId="ADAL" clId="{3D913C89-8A40-490F-8481-81AD36825FD1}" dt="2026-09-12T08:07:27.675" v="39" actId="14100"/>
          <ac:picMkLst>
            <pc:docMk/>
            <pc:sldMk cId="0" sldId="281"/>
            <ac:picMk id="5" creationId="{F8659F7C-D0D9-5061-8C75-49880EEF9E08}"/>
          </ac:picMkLst>
        </pc:picChg>
      </pc:sldChg>
      <pc:sldChg chg="delSp modSp del mod">
        <pc:chgData name="KONNEBALRAJU" userId="568288e1-7c46-4baa-a6cd-edb8617a19d4" providerId="ADAL" clId="{3D913C89-8A40-490F-8481-81AD36825FD1}" dt="2026-09-12T10:16:41.122" v="883" actId="47"/>
        <pc:sldMkLst>
          <pc:docMk/>
          <pc:sldMk cId="0" sldId="290"/>
        </pc:sldMkLst>
        <pc:picChg chg="del mod">
          <ac:chgData name="KONNEBALRAJU" userId="568288e1-7c46-4baa-a6cd-edb8617a19d4" providerId="ADAL" clId="{3D913C89-8A40-490F-8481-81AD36825FD1}" dt="2026-09-12T08:23:17.748" v="51" actId="478"/>
          <ac:picMkLst>
            <pc:docMk/>
            <pc:sldMk cId="0" sldId="290"/>
            <ac:picMk id="2" creationId="{3F251ABB-BBE2-59D6-92AD-ED369219E22A}"/>
          </ac:picMkLst>
        </pc:picChg>
      </pc:sldChg>
      <pc:sldChg chg="modSp mod">
        <pc:chgData name="KONNEBALRAJU" userId="568288e1-7c46-4baa-a6cd-edb8617a19d4" providerId="ADAL" clId="{3D913C89-8A40-490F-8481-81AD36825FD1}" dt="2026-09-12T12:34:43.246" v="2486" actId="403"/>
        <pc:sldMkLst>
          <pc:docMk/>
          <pc:sldMk cId="0" sldId="291"/>
        </pc:sldMkLst>
        <pc:spChg chg="mod">
          <ac:chgData name="KONNEBALRAJU" userId="568288e1-7c46-4baa-a6cd-edb8617a19d4" providerId="ADAL" clId="{3D913C89-8A40-490F-8481-81AD36825FD1}" dt="2026-09-12T12:34:43.246" v="2486" actId="403"/>
          <ac:spMkLst>
            <pc:docMk/>
            <pc:sldMk cId="0" sldId="291"/>
            <ac:spMk id="10" creationId="{00000000-0000-0000-0000-000000000000}"/>
          </ac:spMkLst>
        </pc:spChg>
      </pc:sldChg>
      <pc:sldChg chg="modSp mod ord">
        <pc:chgData name="KONNEBALRAJU" userId="568288e1-7c46-4baa-a6cd-edb8617a19d4" providerId="ADAL" clId="{3D913C89-8A40-490F-8481-81AD36825FD1}" dt="2026-09-12T11:39:18.931" v="1555" actId="732"/>
        <pc:sldMkLst>
          <pc:docMk/>
          <pc:sldMk cId="3753387913" sldId="293"/>
        </pc:sldMkLst>
        <pc:picChg chg="mod ord modCrop">
          <ac:chgData name="KONNEBALRAJU" userId="568288e1-7c46-4baa-a6cd-edb8617a19d4" providerId="ADAL" clId="{3D913C89-8A40-490F-8481-81AD36825FD1}" dt="2026-09-12T11:39:18.931" v="1555" actId="732"/>
          <ac:picMkLst>
            <pc:docMk/>
            <pc:sldMk cId="3753387913" sldId="293"/>
            <ac:picMk id="2" creationId="{5F2A7C1B-D306-4E6D-F797-B1D02E6B5470}"/>
          </ac:picMkLst>
        </pc:picChg>
      </pc:sldChg>
      <pc:sldChg chg="del">
        <pc:chgData name="KONNEBALRAJU" userId="568288e1-7c46-4baa-a6cd-edb8617a19d4" providerId="ADAL" clId="{3D913C89-8A40-490F-8481-81AD36825FD1}" dt="2026-09-12T10:17:51.911" v="893" actId="47"/>
        <pc:sldMkLst>
          <pc:docMk/>
          <pc:sldMk cId="2997144140" sldId="294"/>
        </pc:sldMkLst>
      </pc:sldChg>
      <pc:sldChg chg="delSp mod">
        <pc:chgData name="KONNEBALRAJU" userId="568288e1-7c46-4baa-a6cd-edb8617a19d4" providerId="ADAL" clId="{3D913C89-8A40-490F-8481-81AD36825FD1}" dt="2026-09-12T11:01:30.725" v="1391" actId="478"/>
        <pc:sldMkLst>
          <pc:docMk/>
          <pc:sldMk cId="3916788613" sldId="296"/>
        </pc:sldMkLst>
        <pc:spChg chg="del">
          <ac:chgData name="KONNEBALRAJU" userId="568288e1-7c46-4baa-a6cd-edb8617a19d4" providerId="ADAL" clId="{3D913C89-8A40-490F-8481-81AD36825FD1}" dt="2026-09-12T11:01:30.725" v="1391" actId="478"/>
          <ac:spMkLst>
            <pc:docMk/>
            <pc:sldMk cId="3916788613" sldId="296"/>
            <ac:spMk id="17410" creationId="{00000000-0000-0000-0000-000000000000}"/>
          </ac:spMkLst>
        </pc:spChg>
      </pc:sldChg>
      <pc:sldChg chg="del">
        <pc:chgData name="KONNEBALRAJU" userId="568288e1-7c46-4baa-a6cd-edb8617a19d4" providerId="ADAL" clId="{3D913C89-8A40-490F-8481-81AD36825FD1}" dt="2026-09-12T10:17:18.944" v="886" actId="47"/>
        <pc:sldMkLst>
          <pc:docMk/>
          <pc:sldMk cId="1588084416" sldId="297"/>
        </pc:sldMkLst>
      </pc:sldChg>
      <pc:sldChg chg="addSp delSp modSp new mod">
        <pc:chgData name="KONNEBALRAJU" userId="568288e1-7c46-4baa-a6cd-edb8617a19d4" providerId="ADAL" clId="{3D913C89-8A40-490F-8481-81AD36825FD1}" dt="2026-09-12T10:47:53.409" v="1250" actId="1076"/>
        <pc:sldMkLst>
          <pc:docMk/>
          <pc:sldMk cId="1134025331" sldId="298"/>
        </pc:sldMkLst>
        <pc:spChg chg="del">
          <ac:chgData name="KONNEBALRAJU" userId="568288e1-7c46-4baa-a6cd-edb8617a19d4" providerId="ADAL" clId="{3D913C89-8A40-490F-8481-81AD36825FD1}" dt="2026-09-12T08:23:03.598" v="48" actId="478"/>
          <ac:spMkLst>
            <pc:docMk/>
            <pc:sldMk cId="1134025331" sldId="298"/>
            <ac:spMk id="2" creationId="{088926C1-26EF-172C-9538-3F41DC204E2D}"/>
          </ac:spMkLst>
        </pc:spChg>
        <pc:spChg chg="del">
          <ac:chgData name="KONNEBALRAJU" userId="568288e1-7c46-4baa-a6cd-edb8617a19d4" providerId="ADAL" clId="{3D913C89-8A40-490F-8481-81AD36825FD1}" dt="2026-09-12T07:42:11.089" v="7" actId="478"/>
          <ac:spMkLst>
            <pc:docMk/>
            <pc:sldMk cId="1134025331" sldId="298"/>
            <ac:spMk id="3" creationId="{EEB94212-16FF-CA6C-4905-0FC0CE78250D}"/>
          </ac:spMkLst>
        </pc:spChg>
        <pc:spChg chg="add del mod">
          <ac:chgData name="KONNEBALRAJU" userId="568288e1-7c46-4baa-a6cd-edb8617a19d4" providerId="ADAL" clId="{3D913C89-8A40-490F-8481-81AD36825FD1}" dt="2026-09-12T07:42:29.628" v="10" actId="478"/>
          <ac:spMkLst>
            <pc:docMk/>
            <pc:sldMk cId="1134025331" sldId="298"/>
            <ac:spMk id="7" creationId="{01DAF2A0-C06C-4174-429D-A0BCF659BDFC}"/>
          </ac:spMkLst>
        </pc:spChg>
        <pc:spChg chg="add mod">
          <ac:chgData name="KONNEBALRAJU" userId="568288e1-7c46-4baa-a6cd-edb8617a19d4" providerId="ADAL" clId="{3D913C89-8A40-490F-8481-81AD36825FD1}" dt="2026-09-12T07:48:58.986" v="13" actId="14100"/>
          <ac:spMkLst>
            <pc:docMk/>
            <pc:sldMk cId="1134025331" sldId="298"/>
            <ac:spMk id="8" creationId="{967D6F50-A45B-E1B3-6F7B-FB9360A29578}"/>
          </ac:spMkLst>
        </pc:spChg>
        <pc:spChg chg="add mod">
          <ac:chgData name="KONNEBALRAJU" userId="568288e1-7c46-4baa-a6cd-edb8617a19d4" providerId="ADAL" clId="{3D913C89-8A40-490F-8481-81AD36825FD1}" dt="2026-09-12T07:49:00.845" v="16"/>
          <ac:spMkLst>
            <pc:docMk/>
            <pc:sldMk cId="1134025331" sldId="298"/>
            <ac:spMk id="9" creationId="{1AB9BF3C-E549-F0F7-078B-50F829A9B683}"/>
          </ac:spMkLst>
        </pc:spChg>
        <pc:spChg chg="add mod">
          <ac:chgData name="KONNEBALRAJU" userId="568288e1-7c46-4baa-a6cd-edb8617a19d4" providerId="ADAL" clId="{3D913C89-8A40-490F-8481-81AD36825FD1}" dt="2026-09-12T07:49:00.845" v="16"/>
          <ac:spMkLst>
            <pc:docMk/>
            <pc:sldMk cId="1134025331" sldId="298"/>
            <ac:spMk id="10" creationId="{DED67ABB-8B3A-321B-E1A8-6CCA32F5C330}"/>
          </ac:spMkLst>
        </pc:spChg>
        <pc:spChg chg="add mod">
          <ac:chgData name="KONNEBALRAJU" userId="568288e1-7c46-4baa-a6cd-edb8617a19d4" providerId="ADAL" clId="{3D913C89-8A40-490F-8481-81AD36825FD1}" dt="2026-09-12T07:49:00.845" v="16"/>
          <ac:spMkLst>
            <pc:docMk/>
            <pc:sldMk cId="1134025331" sldId="298"/>
            <ac:spMk id="15" creationId="{4311B98C-DED5-7EDE-AFF1-CB5E91EC70DE}"/>
          </ac:spMkLst>
        </pc:spChg>
        <pc:spChg chg="add mod">
          <ac:chgData name="KONNEBALRAJU" userId="568288e1-7c46-4baa-a6cd-edb8617a19d4" providerId="ADAL" clId="{3D913C89-8A40-490F-8481-81AD36825FD1}" dt="2026-09-12T07:49:00.845" v="16"/>
          <ac:spMkLst>
            <pc:docMk/>
            <pc:sldMk cId="1134025331" sldId="298"/>
            <ac:spMk id="16" creationId="{042AB8DD-EBD3-6D4F-46FE-59509854EBAC}"/>
          </ac:spMkLst>
        </pc:spChg>
        <pc:spChg chg="add mod">
          <ac:chgData name="KONNEBALRAJU" userId="568288e1-7c46-4baa-a6cd-edb8617a19d4" providerId="ADAL" clId="{3D913C89-8A40-490F-8481-81AD36825FD1}" dt="2026-09-12T07:49:00.845" v="16"/>
          <ac:spMkLst>
            <pc:docMk/>
            <pc:sldMk cId="1134025331" sldId="298"/>
            <ac:spMk id="17" creationId="{F03143F8-8489-0501-35C0-0FDDBD6A47B6}"/>
          </ac:spMkLst>
        </pc:spChg>
        <pc:spChg chg="add mod">
          <ac:chgData name="KONNEBALRAJU" userId="568288e1-7c46-4baa-a6cd-edb8617a19d4" providerId="ADAL" clId="{3D913C89-8A40-490F-8481-81AD36825FD1}" dt="2026-09-12T07:49:00.845" v="16"/>
          <ac:spMkLst>
            <pc:docMk/>
            <pc:sldMk cId="1134025331" sldId="298"/>
            <ac:spMk id="23" creationId="{3491D144-28DF-D846-0C3C-8EDA5FD719B8}"/>
          </ac:spMkLst>
        </pc:spChg>
        <pc:spChg chg="add mod">
          <ac:chgData name="KONNEBALRAJU" userId="568288e1-7c46-4baa-a6cd-edb8617a19d4" providerId="ADAL" clId="{3D913C89-8A40-490F-8481-81AD36825FD1}" dt="2026-09-12T07:49:00.845" v="16"/>
          <ac:spMkLst>
            <pc:docMk/>
            <pc:sldMk cId="1134025331" sldId="298"/>
            <ac:spMk id="24" creationId="{DD260102-6AD1-249E-A069-1D85E86CC95D}"/>
          </ac:spMkLst>
        </pc:spChg>
        <pc:spChg chg="mod">
          <ac:chgData name="KONNEBALRAJU" userId="568288e1-7c46-4baa-a6cd-edb8617a19d4" providerId="ADAL" clId="{3D913C89-8A40-490F-8481-81AD36825FD1}" dt="2026-09-12T07:49:00.845" v="16"/>
          <ac:spMkLst>
            <pc:docMk/>
            <pc:sldMk cId="1134025331" sldId="298"/>
            <ac:spMk id="33" creationId="{BD61DD92-FF2F-8530-4F16-F7D1E2D6D25F}"/>
          </ac:spMkLst>
        </pc:spChg>
        <pc:spChg chg="add mod">
          <ac:chgData name="KONNEBALRAJU" userId="568288e1-7c46-4baa-a6cd-edb8617a19d4" providerId="ADAL" clId="{3D913C89-8A40-490F-8481-81AD36825FD1}" dt="2026-09-12T07:49:00.845" v="16"/>
          <ac:spMkLst>
            <pc:docMk/>
            <pc:sldMk cId="1134025331" sldId="298"/>
            <ac:spMk id="35" creationId="{9DA8E6F7-5EA8-6987-7BD9-EEE079DD0C4E}"/>
          </ac:spMkLst>
        </pc:spChg>
        <pc:spChg chg="add mod">
          <ac:chgData name="KONNEBALRAJU" userId="568288e1-7c46-4baa-a6cd-edb8617a19d4" providerId="ADAL" clId="{3D913C89-8A40-490F-8481-81AD36825FD1}" dt="2026-09-12T07:49:00.845" v="16"/>
          <ac:spMkLst>
            <pc:docMk/>
            <pc:sldMk cId="1134025331" sldId="298"/>
            <ac:spMk id="36" creationId="{BD5102EA-839A-8106-54C9-A35D8080166A}"/>
          </ac:spMkLst>
        </pc:spChg>
        <pc:spChg chg="add mod">
          <ac:chgData name="KONNEBALRAJU" userId="568288e1-7c46-4baa-a6cd-edb8617a19d4" providerId="ADAL" clId="{3D913C89-8A40-490F-8481-81AD36825FD1}" dt="2026-09-12T07:50:07.807" v="20"/>
          <ac:spMkLst>
            <pc:docMk/>
            <pc:sldMk cId="1134025331" sldId="298"/>
            <ac:spMk id="39" creationId="{5E834F03-A625-75D2-F9F7-0B4FC02F5FF1}"/>
          </ac:spMkLst>
        </pc:spChg>
        <pc:spChg chg="add del">
          <ac:chgData name="KONNEBALRAJU" userId="568288e1-7c46-4baa-a6cd-edb8617a19d4" providerId="ADAL" clId="{3D913C89-8A40-490F-8481-81AD36825FD1}" dt="2026-09-12T07:50:07.510" v="19" actId="478"/>
          <ac:spMkLst>
            <pc:docMk/>
            <pc:sldMk cId="1134025331" sldId="298"/>
            <ac:spMk id="41" creationId="{6844DBE2-76E2-8737-DCA6-6AADD78A0429}"/>
          </ac:spMkLst>
        </pc:spChg>
        <pc:spChg chg="add mod">
          <ac:chgData name="KONNEBALRAJU" userId="568288e1-7c46-4baa-a6cd-edb8617a19d4" providerId="ADAL" clId="{3D913C89-8A40-490F-8481-81AD36825FD1}" dt="2026-09-12T07:50:07.807" v="20"/>
          <ac:spMkLst>
            <pc:docMk/>
            <pc:sldMk cId="1134025331" sldId="298"/>
            <ac:spMk id="45" creationId="{F876779D-54AE-51C7-0C64-B56090232EEB}"/>
          </ac:spMkLst>
        </pc:spChg>
        <pc:spChg chg="add mod">
          <ac:chgData name="KONNEBALRAJU" userId="568288e1-7c46-4baa-a6cd-edb8617a19d4" providerId="ADAL" clId="{3D913C89-8A40-490F-8481-81AD36825FD1}" dt="2026-09-12T07:50:07.807" v="20"/>
          <ac:spMkLst>
            <pc:docMk/>
            <pc:sldMk cId="1134025331" sldId="298"/>
            <ac:spMk id="46" creationId="{AEA5E9EB-7300-6E0E-4B88-F099B522958A}"/>
          </ac:spMkLst>
        </pc:spChg>
        <pc:spChg chg="add mod">
          <ac:chgData name="KONNEBALRAJU" userId="568288e1-7c46-4baa-a6cd-edb8617a19d4" providerId="ADAL" clId="{3D913C89-8A40-490F-8481-81AD36825FD1}" dt="2026-09-12T07:50:07.807" v="20"/>
          <ac:spMkLst>
            <pc:docMk/>
            <pc:sldMk cId="1134025331" sldId="298"/>
            <ac:spMk id="48" creationId="{2A655751-037E-A3C9-97E8-52D4B7D3A8C4}"/>
          </ac:spMkLst>
        </pc:spChg>
        <pc:spChg chg="add mod">
          <ac:chgData name="KONNEBALRAJU" userId="568288e1-7c46-4baa-a6cd-edb8617a19d4" providerId="ADAL" clId="{3D913C89-8A40-490F-8481-81AD36825FD1}" dt="2026-09-12T07:50:07.807" v="20"/>
          <ac:spMkLst>
            <pc:docMk/>
            <pc:sldMk cId="1134025331" sldId="298"/>
            <ac:spMk id="49" creationId="{D7F9AFEB-F547-45E0-BD00-B65CAF5AB74A}"/>
          </ac:spMkLst>
        </pc:spChg>
        <pc:spChg chg="add mod">
          <ac:chgData name="KONNEBALRAJU" userId="568288e1-7c46-4baa-a6cd-edb8617a19d4" providerId="ADAL" clId="{3D913C89-8A40-490F-8481-81AD36825FD1}" dt="2026-09-12T07:50:07.807" v="20"/>
          <ac:spMkLst>
            <pc:docMk/>
            <pc:sldMk cId="1134025331" sldId="298"/>
            <ac:spMk id="53" creationId="{A46265AC-5ECB-411A-FBE3-42C2F1976B87}"/>
          </ac:spMkLst>
        </pc:spChg>
        <pc:spChg chg="add mod">
          <ac:chgData name="KONNEBALRAJU" userId="568288e1-7c46-4baa-a6cd-edb8617a19d4" providerId="ADAL" clId="{3D913C89-8A40-490F-8481-81AD36825FD1}" dt="2026-09-12T07:50:07.807" v="20"/>
          <ac:spMkLst>
            <pc:docMk/>
            <pc:sldMk cId="1134025331" sldId="298"/>
            <ac:spMk id="54" creationId="{D9AA97C0-5710-5B4C-B895-49363B70BDC0}"/>
          </ac:spMkLst>
        </pc:spChg>
        <pc:spChg chg="add mod">
          <ac:chgData name="KONNEBALRAJU" userId="568288e1-7c46-4baa-a6cd-edb8617a19d4" providerId="ADAL" clId="{3D913C89-8A40-490F-8481-81AD36825FD1}" dt="2026-09-12T07:50:07.807" v="20"/>
          <ac:spMkLst>
            <pc:docMk/>
            <pc:sldMk cId="1134025331" sldId="298"/>
            <ac:spMk id="59" creationId="{81222BE7-F8A1-C7BE-63ED-BDA13CBBCD02}"/>
          </ac:spMkLst>
        </pc:spChg>
        <pc:spChg chg="add mod">
          <ac:chgData name="KONNEBALRAJU" userId="568288e1-7c46-4baa-a6cd-edb8617a19d4" providerId="ADAL" clId="{3D913C89-8A40-490F-8481-81AD36825FD1}" dt="2026-09-12T07:50:07.807" v="20"/>
          <ac:spMkLst>
            <pc:docMk/>
            <pc:sldMk cId="1134025331" sldId="298"/>
            <ac:spMk id="61" creationId="{16FAD58B-B4E1-8FDE-E6A4-D332F8BD08E9}"/>
          </ac:spMkLst>
        </pc:spChg>
        <pc:spChg chg="add mod">
          <ac:chgData name="KONNEBALRAJU" userId="568288e1-7c46-4baa-a6cd-edb8617a19d4" providerId="ADAL" clId="{3D913C89-8A40-490F-8481-81AD36825FD1}" dt="2026-09-12T07:50:07.807" v="20"/>
          <ac:spMkLst>
            <pc:docMk/>
            <pc:sldMk cId="1134025331" sldId="298"/>
            <ac:spMk id="62" creationId="{2453F1A5-A66F-4019-3C8F-48077133C488}"/>
          </ac:spMkLst>
        </pc:spChg>
        <pc:spChg chg="mod">
          <ac:chgData name="KONNEBALRAJU" userId="568288e1-7c46-4baa-a6cd-edb8617a19d4" providerId="ADAL" clId="{3D913C89-8A40-490F-8481-81AD36825FD1}" dt="2026-09-12T07:50:08.887" v="21"/>
          <ac:spMkLst>
            <pc:docMk/>
            <pc:sldMk cId="1134025331" sldId="298"/>
            <ac:spMk id="68" creationId="{5BF7EE7B-775F-28F3-3928-70B177DF7907}"/>
          </ac:spMkLst>
        </pc:spChg>
        <pc:spChg chg="mod">
          <ac:chgData name="KONNEBALRAJU" userId="568288e1-7c46-4baa-a6cd-edb8617a19d4" providerId="ADAL" clId="{3D913C89-8A40-490F-8481-81AD36825FD1}" dt="2026-09-12T07:50:08.887" v="21"/>
          <ac:spMkLst>
            <pc:docMk/>
            <pc:sldMk cId="1134025331" sldId="298"/>
            <ac:spMk id="69" creationId="{31544D98-5666-7D38-9D6B-133A0A497348}"/>
          </ac:spMkLst>
        </pc:spChg>
        <pc:spChg chg="mod">
          <ac:chgData name="KONNEBALRAJU" userId="568288e1-7c46-4baa-a6cd-edb8617a19d4" providerId="ADAL" clId="{3D913C89-8A40-490F-8481-81AD36825FD1}" dt="2026-09-12T07:50:08.887" v="21"/>
          <ac:spMkLst>
            <pc:docMk/>
            <pc:sldMk cId="1134025331" sldId="298"/>
            <ac:spMk id="73" creationId="{C2520E2E-93E6-7DD4-9477-5F560A7BD8C3}"/>
          </ac:spMkLst>
        </pc:spChg>
        <pc:spChg chg="mod">
          <ac:chgData name="KONNEBALRAJU" userId="568288e1-7c46-4baa-a6cd-edb8617a19d4" providerId="ADAL" clId="{3D913C89-8A40-490F-8481-81AD36825FD1}" dt="2026-09-12T07:50:08.887" v="21"/>
          <ac:spMkLst>
            <pc:docMk/>
            <pc:sldMk cId="1134025331" sldId="298"/>
            <ac:spMk id="76" creationId="{79B932C5-138C-4B20-D4A1-10DB6E429FF3}"/>
          </ac:spMkLst>
        </pc:spChg>
        <pc:spChg chg="mod">
          <ac:chgData name="KONNEBALRAJU" userId="568288e1-7c46-4baa-a6cd-edb8617a19d4" providerId="ADAL" clId="{3D913C89-8A40-490F-8481-81AD36825FD1}" dt="2026-09-12T07:50:08.887" v="21"/>
          <ac:spMkLst>
            <pc:docMk/>
            <pc:sldMk cId="1134025331" sldId="298"/>
            <ac:spMk id="77" creationId="{87D9AF9A-0758-ACB4-4FFE-9794DCA82677}"/>
          </ac:spMkLst>
        </pc:spChg>
        <pc:spChg chg="mod">
          <ac:chgData name="KONNEBALRAJU" userId="568288e1-7c46-4baa-a6cd-edb8617a19d4" providerId="ADAL" clId="{3D913C89-8A40-490F-8481-81AD36825FD1}" dt="2026-09-12T07:50:08.887" v="21"/>
          <ac:spMkLst>
            <pc:docMk/>
            <pc:sldMk cId="1134025331" sldId="298"/>
            <ac:spMk id="80" creationId="{2220D4CB-C273-1FED-A98F-103FB997E415}"/>
          </ac:spMkLst>
        </pc:spChg>
        <pc:spChg chg="mod">
          <ac:chgData name="KONNEBALRAJU" userId="568288e1-7c46-4baa-a6cd-edb8617a19d4" providerId="ADAL" clId="{3D913C89-8A40-490F-8481-81AD36825FD1}" dt="2026-09-12T07:50:08.887" v="21"/>
          <ac:spMkLst>
            <pc:docMk/>
            <pc:sldMk cId="1134025331" sldId="298"/>
            <ac:spMk id="87" creationId="{B1F82229-5F0D-CA99-6A77-CA68E3352D42}"/>
          </ac:spMkLst>
        </pc:spChg>
        <pc:spChg chg="mod">
          <ac:chgData name="KONNEBALRAJU" userId="568288e1-7c46-4baa-a6cd-edb8617a19d4" providerId="ADAL" clId="{3D913C89-8A40-490F-8481-81AD36825FD1}" dt="2026-09-12T07:50:08.887" v="21"/>
          <ac:spMkLst>
            <pc:docMk/>
            <pc:sldMk cId="1134025331" sldId="298"/>
            <ac:spMk id="89" creationId="{58CD15B9-87C0-966C-0564-A1AEAB022E54}"/>
          </ac:spMkLst>
        </pc:spChg>
        <pc:spChg chg="mod">
          <ac:chgData name="KONNEBALRAJU" userId="568288e1-7c46-4baa-a6cd-edb8617a19d4" providerId="ADAL" clId="{3D913C89-8A40-490F-8481-81AD36825FD1}" dt="2026-09-12T07:50:08.887" v="21"/>
          <ac:spMkLst>
            <pc:docMk/>
            <pc:sldMk cId="1134025331" sldId="298"/>
            <ac:spMk id="93" creationId="{AC9B2E7C-ED4D-3EE3-6C7A-6A323594528E}"/>
          </ac:spMkLst>
        </pc:spChg>
        <pc:spChg chg="mod">
          <ac:chgData name="KONNEBALRAJU" userId="568288e1-7c46-4baa-a6cd-edb8617a19d4" providerId="ADAL" clId="{3D913C89-8A40-490F-8481-81AD36825FD1}" dt="2026-09-12T07:50:08.887" v="21"/>
          <ac:spMkLst>
            <pc:docMk/>
            <pc:sldMk cId="1134025331" sldId="298"/>
            <ac:spMk id="95" creationId="{2318E768-2C8D-0963-B44B-5949E258C7FC}"/>
          </ac:spMkLst>
        </pc:spChg>
        <pc:spChg chg="mod">
          <ac:chgData name="KONNEBALRAJU" userId="568288e1-7c46-4baa-a6cd-edb8617a19d4" providerId="ADAL" clId="{3D913C89-8A40-490F-8481-81AD36825FD1}" dt="2026-09-12T07:50:23.405" v="24"/>
          <ac:spMkLst>
            <pc:docMk/>
            <pc:sldMk cId="1134025331" sldId="298"/>
            <ac:spMk id="97" creationId="{0EA8B74F-453D-F7BA-A786-B34272B1D0EF}"/>
          </ac:spMkLst>
        </pc:spChg>
        <pc:spChg chg="mod">
          <ac:chgData name="KONNEBALRAJU" userId="568288e1-7c46-4baa-a6cd-edb8617a19d4" providerId="ADAL" clId="{3D913C89-8A40-490F-8481-81AD36825FD1}" dt="2026-09-12T07:50:23.405" v="24"/>
          <ac:spMkLst>
            <pc:docMk/>
            <pc:sldMk cId="1134025331" sldId="298"/>
            <ac:spMk id="98" creationId="{70B55B0A-AD03-1704-1AA5-1C09C9CFCB34}"/>
          </ac:spMkLst>
        </pc:spChg>
        <pc:spChg chg="mod">
          <ac:chgData name="KONNEBALRAJU" userId="568288e1-7c46-4baa-a6cd-edb8617a19d4" providerId="ADAL" clId="{3D913C89-8A40-490F-8481-81AD36825FD1}" dt="2026-09-12T07:50:23.405" v="24"/>
          <ac:spMkLst>
            <pc:docMk/>
            <pc:sldMk cId="1134025331" sldId="298"/>
            <ac:spMk id="100" creationId="{D47A209F-8FC4-59C3-74EC-30000C9DB4C8}"/>
          </ac:spMkLst>
        </pc:spChg>
        <pc:spChg chg="mod">
          <ac:chgData name="KONNEBALRAJU" userId="568288e1-7c46-4baa-a6cd-edb8617a19d4" providerId="ADAL" clId="{3D913C89-8A40-490F-8481-81AD36825FD1}" dt="2026-09-12T07:50:23.405" v="24"/>
          <ac:spMkLst>
            <pc:docMk/>
            <pc:sldMk cId="1134025331" sldId="298"/>
            <ac:spMk id="101" creationId="{7797B1D0-B61E-2167-B84C-C5A7AF6660F5}"/>
          </ac:spMkLst>
        </pc:spChg>
        <pc:spChg chg="mod">
          <ac:chgData name="KONNEBALRAJU" userId="568288e1-7c46-4baa-a6cd-edb8617a19d4" providerId="ADAL" clId="{3D913C89-8A40-490F-8481-81AD36825FD1}" dt="2026-09-12T07:50:23.405" v="24"/>
          <ac:spMkLst>
            <pc:docMk/>
            <pc:sldMk cId="1134025331" sldId="298"/>
            <ac:spMk id="103" creationId="{64180FCF-3060-355F-DD5E-C6DA7AFA8213}"/>
          </ac:spMkLst>
        </pc:spChg>
        <pc:spChg chg="mod">
          <ac:chgData name="KONNEBALRAJU" userId="568288e1-7c46-4baa-a6cd-edb8617a19d4" providerId="ADAL" clId="{3D913C89-8A40-490F-8481-81AD36825FD1}" dt="2026-09-12T07:50:23.405" v="24"/>
          <ac:spMkLst>
            <pc:docMk/>
            <pc:sldMk cId="1134025331" sldId="298"/>
            <ac:spMk id="108" creationId="{05653DB4-9057-8E29-17D5-6DCB799EB8FE}"/>
          </ac:spMkLst>
        </pc:spChg>
        <pc:spChg chg="mod">
          <ac:chgData name="KONNEBALRAJU" userId="568288e1-7c46-4baa-a6cd-edb8617a19d4" providerId="ADAL" clId="{3D913C89-8A40-490F-8481-81AD36825FD1}" dt="2026-09-12T07:50:23.405" v="24"/>
          <ac:spMkLst>
            <pc:docMk/>
            <pc:sldMk cId="1134025331" sldId="298"/>
            <ac:spMk id="110" creationId="{79BFB803-6120-63A7-BED6-53AEAFB7B6F5}"/>
          </ac:spMkLst>
        </pc:spChg>
        <pc:spChg chg="mod">
          <ac:chgData name="KONNEBALRAJU" userId="568288e1-7c46-4baa-a6cd-edb8617a19d4" providerId="ADAL" clId="{3D913C89-8A40-490F-8481-81AD36825FD1}" dt="2026-09-12T07:50:23.405" v="24"/>
          <ac:spMkLst>
            <pc:docMk/>
            <pc:sldMk cId="1134025331" sldId="298"/>
            <ac:spMk id="112" creationId="{3622EB25-E4C5-D3F5-C49F-729ECB29A5A6}"/>
          </ac:spMkLst>
        </pc:spChg>
        <pc:spChg chg="mod">
          <ac:chgData name="KONNEBALRAJU" userId="568288e1-7c46-4baa-a6cd-edb8617a19d4" providerId="ADAL" clId="{3D913C89-8A40-490F-8481-81AD36825FD1}" dt="2026-09-12T07:50:23.405" v="24"/>
          <ac:spMkLst>
            <pc:docMk/>
            <pc:sldMk cId="1134025331" sldId="298"/>
            <ac:spMk id="113" creationId="{BBDFA4A9-11D8-8418-B385-B5C7B735B092}"/>
          </ac:spMkLst>
        </pc:spChg>
        <pc:spChg chg="mod">
          <ac:chgData name="KONNEBALRAJU" userId="568288e1-7c46-4baa-a6cd-edb8617a19d4" providerId="ADAL" clId="{3D913C89-8A40-490F-8481-81AD36825FD1}" dt="2026-09-12T07:50:23.405" v="24"/>
          <ac:spMkLst>
            <pc:docMk/>
            <pc:sldMk cId="1134025331" sldId="298"/>
            <ac:spMk id="116" creationId="{6A942FAA-5AE6-0CBF-63DF-3D6E3954DF40}"/>
          </ac:spMkLst>
        </pc:spChg>
        <pc:spChg chg="add mod">
          <ac:chgData name="KONNEBALRAJU" userId="568288e1-7c46-4baa-a6cd-edb8617a19d4" providerId="ADAL" clId="{3D913C89-8A40-490F-8481-81AD36825FD1}" dt="2026-09-12T08:22:54.359" v="46"/>
          <ac:spMkLst>
            <pc:docMk/>
            <pc:sldMk cId="1134025331" sldId="298"/>
            <ac:spMk id="127" creationId="{ABD33387-B6F6-6BEB-C6D6-421F88F8305C}"/>
          </ac:spMkLst>
        </pc:spChg>
        <pc:spChg chg="add mod">
          <ac:chgData name="KONNEBALRAJU" userId="568288e1-7c46-4baa-a6cd-edb8617a19d4" providerId="ADAL" clId="{3D913C89-8A40-490F-8481-81AD36825FD1}" dt="2026-09-12T08:22:59.132" v="47"/>
          <ac:spMkLst>
            <pc:docMk/>
            <pc:sldMk cId="1134025331" sldId="298"/>
            <ac:spMk id="128" creationId="{31C9CACA-78FC-317D-4C9F-8B3ADB41DA79}"/>
          </ac:spMkLst>
        </pc:spChg>
        <pc:spChg chg="add mod">
          <ac:chgData name="KONNEBALRAJU" userId="568288e1-7c46-4baa-a6cd-edb8617a19d4" providerId="ADAL" clId="{3D913C89-8A40-490F-8481-81AD36825FD1}" dt="2026-09-12T08:22:59.132" v="47"/>
          <ac:spMkLst>
            <pc:docMk/>
            <pc:sldMk cId="1134025331" sldId="298"/>
            <ac:spMk id="129" creationId="{E1D6093B-AC82-8AB3-7047-C6ABBA3B0E8D}"/>
          </ac:spMkLst>
        </pc:spChg>
        <pc:spChg chg="add mod">
          <ac:chgData name="KONNEBALRAJU" userId="568288e1-7c46-4baa-a6cd-edb8617a19d4" providerId="ADAL" clId="{3D913C89-8A40-490F-8481-81AD36825FD1}" dt="2026-09-12T08:22:59.132" v="47"/>
          <ac:spMkLst>
            <pc:docMk/>
            <pc:sldMk cId="1134025331" sldId="298"/>
            <ac:spMk id="130" creationId="{9F652A86-5831-3140-3BBF-D6B89F169FB3}"/>
          </ac:spMkLst>
        </pc:spChg>
        <pc:spChg chg="add mod">
          <ac:chgData name="KONNEBALRAJU" userId="568288e1-7c46-4baa-a6cd-edb8617a19d4" providerId="ADAL" clId="{3D913C89-8A40-490F-8481-81AD36825FD1}" dt="2026-09-12T08:22:54.359" v="46"/>
          <ac:spMkLst>
            <pc:docMk/>
            <pc:sldMk cId="1134025331" sldId="298"/>
            <ac:spMk id="131" creationId="{4FB0A5B8-CFEC-4554-58CE-88FB219FD46F}"/>
          </ac:spMkLst>
        </pc:spChg>
        <pc:spChg chg="add mod">
          <ac:chgData name="KONNEBALRAJU" userId="568288e1-7c46-4baa-a6cd-edb8617a19d4" providerId="ADAL" clId="{3D913C89-8A40-490F-8481-81AD36825FD1}" dt="2026-09-12T08:23:04.279" v="49"/>
          <ac:spMkLst>
            <pc:docMk/>
            <pc:sldMk cId="1134025331" sldId="298"/>
            <ac:spMk id="134" creationId="{F1E659CF-BBB9-B83F-13DA-00572F612C2D}"/>
          </ac:spMkLst>
        </pc:spChg>
        <pc:spChg chg="add mod">
          <ac:chgData name="KONNEBALRAJU" userId="568288e1-7c46-4baa-a6cd-edb8617a19d4" providerId="ADAL" clId="{3D913C89-8A40-490F-8481-81AD36825FD1}" dt="2026-09-12T08:23:04.279" v="49"/>
          <ac:spMkLst>
            <pc:docMk/>
            <pc:sldMk cId="1134025331" sldId="298"/>
            <ac:spMk id="135" creationId="{AC2E879B-57CE-AE36-3644-21B7D1E63BB1}"/>
          </ac:spMkLst>
        </pc:spChg>
        <pc:spChg chg="add mod">
          <ac:chgData name="KONNEBALRAJU" userId="568288e1-7c46-4baa-a6cd-edb8617a19d4" providerId="ADAL" clId="{3D913C89-8A40-490F-8481-81AD36825FD1}" dt="2026-09-12T08:23:04.279" v="49"/>
          <ac:spMkLst>
            <pc:docMk/>
            <pc:sldMk cId="1134025331" sldId="298"/>
            <ac:spMk id="136" creationId="{2B44B39C-266E-02FB-0D25-9162FBA7070B}"/>
          </ac:spMkLst>
        </pc:spChg>
        <pc:spChg chg="add mod">
          <ac:chgData name="KONNEBALRAJU" userId="568288e1-7c46-4baa-a6cd-edb8617a19d4" providerId="ADAL" clId="{3D913C89-8A40-490F-8481-81AD36825FD1}" dt="2026-09-12T08:23:04.279" v="49"/>
          <ac:spMkLst>
            <pc:docMk/>
            <pc:sldMk cId="1134025331" sldId="298"/>
            <ac:spMk id="137" creationId="{E4977CED-BA96-BBF1-25C3-99C5C14F50AE}"/>
          </ac:spMkLst>
        </pc:spChg>
        <pc:spChg chg="add mod">
          <ac:chgData name="KONNEBALRAJU" userId="568288e1-7c46-4baa-a6cd-edb8617a19d4" providerId="ADAL" clId="{3D913C89-8A40-490F-8481-81AD36825FD1}" dt="2026-09-12T08:23:04.279" v="49"/>
          <ac:spMkLst>
            <pc:docMk/>
            <pc:sldMk cId="1134025331" sldId="298"/>
            <ac:spMk id="138" creationId="{F2F85DE4-2FDA-DB08-42E5-FFD5ECBB576B}"/>
          </ac:spMkLst>
        </pc:spChg>
        <pc:grpChg chg="add del mod">
          <ac:chgData name="KONNEBALRAJU" userId="568288e1-7c46-4baa-a6cd-edb8617a19d4" providerId="ADAL" clId="{3D913C89-8A40-490F-8481-81AD36825FD1}" dt="2026-09-12T08:07:24.088" v="36" actId="478"/>
          <ac:grpSpMkLst>
            <pc:docMk/>
            <pc:sldMk cId="1134025331" sldId="298"/>
            <ac:grpSpMk id="66" creationId="{B048E76A-6A76-59F6-038E-9761EE0F6F9F}"/>
          </ac:grpSpMkLst>
        </pc:grpChg>
        <pc:picChg chg="add mod">
          <ac:chgData name="KONNEBALRAJU" userId="568288e1-7c46-4baa-a6cd-edb8617a19d4" providerId="ADAL" clId="{3D913C89-8A40-490F-8481-81AD36825FD1}" dt="2026-09-12T08:22:54.359" v="46"/>
          <ac:picMkLst>
            <pc:docMk/>
            <pc:sldMk cId="1134025331" sldId="298"/>
            <ac:picMk id="126" creationId="{44125894-98D4-D850-90C6-6F561119C89A}"/>
          </ac:picMkLst>
        </pc:picChg>
        <pc:picChg chg="add mod">
          <ac:chgData name="KONNEBALRAJU" userId="568288e1-7c46-4baa-a6cd-edb8617a19d4" providerId="ADAL" clId="{3D913C89-8A40-490F-8481-81AD36825FD1}" dt="2026-09-12T08:22:54.359" v="46"/>
          <ac:picMkLst>
            <pc:docMk/>
            <pc:sldMk cId="1134025331" sldId="298"/>
            <ac:picMk id="132" creationId="{69FC1AC8-7155-6A83-EF25-445418F43A64}"/>
          </ac:picMkLst>
        </pc:picChg>
        <pc:picChg chg="add mod">
          <ac:chgData name="KONNEBALRAJU" userId="568288e1-7c46-4baa-a6cd-edb8617a19d4" providerId="ADAL" clId="{3D913C89-8A40-490F-8481-81AD36825FD1}" dt="2026-09-12T10:47:53.409" v="1250" actId="1076"/>
          <ac:picMkLst>
            <pc:docMk/>
            <pc:sldMk cId="1134025331" sldId="298"/>
            <ac:picMk id="133" creationId="{DD7EBC41-0FC5-2E72-0AB2-2F91671A2D16}"/>
          </ac:picMkLst>
        </pc:picChg>
        <pc:picChg chg="add mod">
          <ac:chgData name="KONNEBALRAJU" userId="568288e1-7c46-4baa-a6cd-edb8617a19d4" providerId="ADAL" clId="{3D913C89-8A40-490F-8481-81AD36825FD1}" dt="2026-09-12T08:23:04.279" v="49"/>
          <ac:picMkLst>
            <pc:docMk/>
            <pc:sldMk cId="1134025331" sldId="298"/>
            <ac:picMk id="139" creationId="{76195125-13A5-0CA1-EA76-4FE88C329FF6}"/>
          </ac:picMkLst>
        </pc:picChg>
      </pc:sldChg>
      <pc:sldChg chg="addSp delSp modSp new del mod modClrScheme chgLayout">
        <pc:chgData name="KONNEBALRAJU" userId="568288e1-7c46-4baa-a6cd-edb8617a19d4" providerId="ADAL" clId="{3D913C89-8A40-490F-8481-81AD36825FD1}" dt="2026-09-12T08:24:45.283" v="56" actId="2696"/>
        <pc:sldMkLst>
          <pc:docMk/>
          <pc:sldMk cId="161800599" sldId="299"/>
        </pc:sldMkLst>
        <pc:spChg chg="del">
          <ac:chgData name="KONNEBALRAJU" userId="568288e1-7c46-4baa-a6cd-edb8617a19d4" providerId="ADAL" clId="{3D913C89-8A40-490F-8481-81AD36825FD1}" dt="2026-09-12T08:24:27.138" v="53" actId="700"/>
          <ac:spMkLst>
            <pc:docMk/>
            <pc:sldMk cId="161800599" sldId="299"/>
            <ac:spMk id="2" creationId="{125B935E-0AC0-4D21-2758-12B3ADC35794}"/>
          </ac:spMkLst>
        </pc:spChg>
        <pc:spChg chg="del">
          <ac:chgData name="KONNEBALRAJU" userId="568288e1-7c46-4baa-a6cd-edb8617a19d4" providerId="ADAL" clId="{3D913C89-8A40-490F-8481-81AD36825FD1}" dt="2026-09-12T08:24:27.138" v="53" actId="700"/>
          <ac:spMkLst>
            <pc:docMk/>
            <pc:sldMk cId="161800599" sldId="299"/>
            <ac:spMk id="3" creationId="{34739857-D57C-2B7A-3711-62745A590756}"/>
          </ac:spMkLst>
        </pc:spChg>
        <pc:spChg chg="mod ord">
          <ac:chgData name="KONNEBALRAJU" userId="568288e1-7c46-4baa-a6cd-edb8617a19d4" providerId="ADAL" clId="{3D913C89-8A40-490F-8481-81AD36825FD1}" dt="2026-09-12T08:24:27.138" v="53" actId="700"/>
          <ac:spMkLst>
            <pc:docMk/>
            <pc:sldMk cId="161800599" sldId="299"/>
            <ac:spMk id="4" creationId="{42B66BF9-5E1A-E772-FB5C-F826B0E93E1A}"/>
          </ac:spMkLst>
        </pc:spChg>
        <pc:spChg chg="mod ord">
          <ac:chgData name="KONNEBALRAJU" userId="568288e1-7c46-4baa-a6cd-edb8617a19d4" providerId="ADAL" clId="{3D913C89-8A40-490F-8481-81AD36825FD1}" dt="2026-09-12T08:24:27.138" v="53" actId="700"/>
          <ac:spMkLst>
            <pc:docMk/>
            <pc:sldMk cId="161800599" sldId="299"/>
            <ac:spMk id="5" creationId="{73ABE7A1-1786-0DC3-90FA-B02E63E9F63E}"/>
          </ac:spMkLst>
        </pc:spChg>
        <pc:spChg chg="add mod">
          <ac:chgData name="KONNEBALRAJU" userId="568288e1-7c46-4baa-a6cd-edb8617a19d4" providerId="ADAL" clId="{3D913C89-8A40-490F-8481-81AD36825FD1}" dt="2026-09-12T08:24:32.933" v="54"/>
          <ac:spMkLst>
            <pc:docMk/>
            <pc:sldMk cId="161800599" sldId="299"/>
            <ac:spMk id="9" creationId="{9633A63B-D7B9-486B-F463-0BB60933C69C}"/>
          </ac:spMkLst>
        </pc:spChg>
        <pc:spChg chg="add mod">
          <ac:chgData name="KONNEBALRAJU" userId="568288e1-7c46-4baa-a6cd-edb8617a19d4" providerId="ADAL" clId="{3D913C89-8A40-490F-8481-81AD36825FD1}" dt="2026-09-12T08:24:32.933" v="54"/>
          <ac:spMkLst>
            <pc:docMk/>
            <pc:sldMk cId="161800599" sldId="299"/>
            <ac:spMk id="24" creationId="{77398671-009E-BEA8-C02E-AABE7BC0866C}"/>
          </ac:spMkLst>
        </pc:spChg>
        <pc:spChg chg="add mod">
          <ac:chgData name="KONNEBALRAJU" userId="568288e1-7c46-4baa-a6cd-edb8617a19d4" providerId="ADAL" clId="{3D913C89-8A40-490F-8481-81AD36825FD1}" dt="2026-09-12T08:24:37.442" v="55"/>
          <ac:spMkLst>
            <pc:docMk/>
            <pc:sldMk cId="161800599" sldId="299"/>
            <ac:spMk id="42" creationId="{BE32CF39-E78C-9A78-7D89-7CA85C1CC3E0}"/>
          </ac:spMkLst>
        </pc:spChg>
        <pc:spChg chg="mod">
          <ac:chgData name="KONNEBALRAJU" userId="568288e1-7c46-4baa-a6cd-edb8617a19d4" providerId="ADAL" clId="{3D913C89-8A40-490F-8481-81AD36825FD1}" dt="2026-09-12T08:24:37.442" v="55"/>
          <ac:spMkLst>
            <pc:docMk/>
            <pc:sldMk cId="161800599" sldId="299"/>
            <ac:spMk id="64" creationId="{66686368-06D2-23AD-C7FC-F788072408B2}"/>
          </ac:spMkLst>
        </pc:spChg>
        <pc:spChg chg="mod">
          <ac:chgData name="KONNEBALRAJU" userId="568288e1-7c46-4baa-a6cd-edb8617a19d4" providerId="ADAL" clId="{3D913C89-8A40-490F-8481-81AD36825FD1}" dt="2026-09-12T08:24:37.442" v="55"/>
          <ac:spMkLst>
            <pc:docMk/>
            <pc:sldMk cId="161800599" sldId="299"/>
            <ac:spMk id="105" creationId="{C29C9E8A-0635-C416-A33A-EB7A14CEC650}"/>
          </ac:spMkLst>
        </pc:spChg>
        <pc:spChg chg="add mod">
          <ac:chgData name="KONNEBALRAJU" userId="568288e1-7c46-4baa-a6cd-edb8617a19d4" providerId="ADAL" clId="{3D913C89-8A40-490F-8481-81AD36825FD1}" dt="2026-09-12T08:24:32.933" v="54"/>
          <ac:spMkLst>
            <pc:docMk/>
            <pc:sldMk cId="161800599" sldId="299"/>
            <ac:spMk id="114" creationId="{06D701EF-4F2B-70A7-54A6-42BD5EE910BF}"/>
          </ac:spMkLst>
        </pc:spChg>
        <pc:spChg chg="add mod">
          <ac:chgData name="KONNEBALRAJU" userId="568288e1-7c46-4baa-a6cd-edb8617a19d4" providerId="ADAL" clId="{3D913C89-8A40-490F-8481-81AD36825FD1}" dt="2026-09-12T08:24:32.933" v="54"/>
          <ac:spMkLst>
            <pc:docMk/>
            <pc:sldMk cId="161800599" sldId="299"/>
            <ac:spMk id="115" creationId="{45FA1BEC-75C9-9773-6801-289B6D307C43}"/>
          </ac:spMkLst>
        </pc:spChg>
        <pc:spChg chg="mod">
          <ac:chgData name="KONNEBALRAJU" userId="568288e1-7c46-4baa-a6cd-edb8617a19d4" providerId="ADAL" clId="{3D913C89-8A40-490F-8481-81AD36825FD1}" dt="2026-09-12T08:24:37.442" v="55"/>
          <ac:spMkLst>
            <pc:docMk/>
            <pc:sldMk cId="161800599" sldId="299"/>
            <ac:spMk id="138" creationId="{540D0DEE-CE0E-D000-4E3B-DF310BFA0CDF}"/>
          </ac:spMkLst>
        </pc:spChg>
        <pc:spChg chg="mod">
          <ac:chgData name="KONNEBALRAJU" userId="568288e1-7c46-4baa-a6cd-edb8617a19d4" providerId="ADAL" clId="{3D913C89-8A40-490F-8481-81AD36825FD1}" dt="2026-09-12T08:24:37.442" v="55"/>
          <ac:spMkLst>
            <pc:docMk/>
            <pc:sldMk cId="161800599" sldId="299"/>
            <ac:spMk id="156" creationId="{B64E277C-D44E-8A18-8241-DC653AE39FB1}"/>
          </ac:spMkLst>
        </pc:spChg>
        <pc:spChg chg="add mod">
          <ac:chgData name="KONNEBALRAJU" userId="568288e1-7c46-4baa-a6cd-edb8617a19d4" providerId="ADAL" clId="{3D913C89-8A40-490F-8481-81AD36825FD1}" dt="2026-09-12T08:24:32.933" v="54"/>
          <ac:spMkLst>
            <pc:docMk/>
            <pc:sldMk cId="161800599" sldId="299"/>
            <ac:spMk id="157" creationId="{BE842173-E9D9-BF02-9239-C3BAA52D623A}"/>
          </ac:spMkLst>
        </pc:spChg>
        <pc:spChg chg="add mod">
          <ac:chgData name="KONNEBALRAJU" userId="568288e1-7c46-4baa-a6cd-edb8617a19d4" providerId="ADAL" clId="{3D913C89-8A40-490F-8481-81AD36825FD1}" dt="2026-09-12T08:24:32.933" v="54"/>
          <ac:spMkLst>
            <pc:docMk/>
            <pc:sldMk cId="161800599" sldId="299"/>
            <ac:spMk id="162" creationId="{02851DB3-8482-F830-0590-FA690FA7D1B0}"/>
          </ac:spMkLst>
        </pc:spChg>
        <pc:spChg chg="mod">
          <ac:chgData name="KONNEBALRAJU" userId="568288e1-7c46-4baa-a6cd-edb8617a19d4" providerId="ADAL" clId="{3D913C89-8A40-490F-8481-81AD36825FD1}" dt="2026-09-12T08:24:37.442" v="55"/>
          <ac:spMkLst>
            <pc:docMk/>
            <pc:sldMk cId="161800599" sldId="299"/>
            <ac:spMk id="177" creationId="{E658677D-B5C9-88E5-CBD1-E3B216E181A4}"/>
          </ac:spMkLst>
        </pc:spChg>
        <pc:spChg chg="mod">
          <ac:chgData name="KONNEBALRAJU" userId="568288e1-7c46-4baa-a6cd-edb8617a19d4" providerId="ADAL" clId="{3D913C89-8A40-490F-8481-81AD36825FD1}" dt="2026-09-12T08:24:37.442" v="55"/>
          <ac:spMkLst>
            <pc:docMk/>
            <pc:sldMk cId="161800599" sldId="299"/>
            <ac:spMk id="179" creationId="{2747A5CE-2908-B8C5-29F3-27AD727C485F}"/>
          </ac:spMkLst>
        </pc:spChg>
        <pc:spChg chg="mod">
          <ac:chgData name="KONNEBALRAJU" userId="568288e1-7c46-4baa-a6cd-edb8617a19d4" providerId="ADAL" clId="{3D913C89-8A40-490F-8481-81AD36825FD1}" dt="2026-09-12T08:24:37.442" v="55"/>
          <ac:spMkLst>
            <pc:docMk/>
            <pc:sldMk cId="161800599" sldId="299"/>
            <ac:spMk id="189" creationId="{5FE2A1DB-35A5-D2AA-DC87-0C4BC36A2036}"/>
          </ac:spMkLst>
        </pc:spChg>
        <pc:spChg chg="add mod">
          <ac:chgData name="KONNEBALRAJU" userId="568288e1-7c46-4baa-a6cd-edb8617a19d4" providerId="ADAL" clId="{3D913C89-8A40-490F-8481-81AD36825FD1}" dt="2026-09-12T08:24:32.933" v="54"/>
          <ac:spMkLst>
            <pc:docMk/>
            <pc:sldMk cId="161800599" sldId="299"/>
            <ac:spMk id="190" creationId="{B84D517D-2DB5-E1F3-B2A5-4DDA1A4AE4E4}"/>
          </ac:spMkLst>
        </pc:spChg>
        <pc:spChg chg="add mod">
          <ac:chgData name="KONNEBALRAJU" userId="568288e1-7c46-4baa-a6cd-edb8617a19d4" providerId="ADAL" clId="{3D913C89-8A40-490F-8481-81AD36825FD1}" dt="2026-09-12T08:24:32.933" v="54"/>
          <ac:spMkLst>
            <pc:docMk/>
            <pc:sldMk cId="161800599" sldId="299"/>
            <ac:spMk id="202" creationId="{FA2FFB1D-02A9-9D34-5FFB-B79CDCEC0C93}"/>
          </ac:spMkLst>
        </pc:spChg>
        <pc:spChg chg="mod">
          <ac:chgData name="KONNEBALRAJU" userId="568288e1-7c46-4baa-a6cd-edb8617a19d4" providerId="ADAL" clId="{3D913C89-8A40-490F-8481-81AD36825FD1}" dt="2026-09-12T08:24:37.442" v="55"/>
          <ac:spMkLst>
            <pc:docMk/>
            <pc:sldMk cId="161800599" sldId="299"/>
            <ac:spMk id="215" creationId="{468910D9-539C-84B4-D6F3-04783BA15F9B}"/>
          </ac:spMkLst>
        </pc:spChg>
        <pc:spChg chg="add mod">
          <ac:chgData name="KONNEBALRAJU" userId="568288e1-7c46-4baa-a6cd-edb8617a19d4" providerId="ADAL" clId="{3D913C89-8A40-490F-8481-81AD36825FD1}" dt="2026-09-12T08:24:32.933" v="54"/>
          <ac:spMkLst>
            <pc:docMk/>
            <pc:sldMk cId="161800599" sldId="299"/>
            <ac:spMk id="217" creationId="{382BE069-F239-7562-2E0A-DAF1CB64C1C1}"/>
          </ac:spMkLst>
        </pc:spChg>
        <pc:spChg chg="mod">
          <ac:chgData name="KONNEBALRAJU" userId="568288e1-7c46-4baa-a6cd-edb8617a19d4" providerId="ADAL" clId="{3D913C89-8A40-490F-8481-81AD36825FD1}" dt="2026-09-12T08:24:37.442" v="55"/>
          <ac:spMkLst>
            <pc:docMk/>
            <pc:sldMk cId="161800599" sldId="299"/>
            <ac:spMk id="235" creationId="{940F3DAB-2603-F3F2-91D9-BE39CE29D48A}"/>
          </ac:spMkLst>
        </pc:spChg>
      </pc:sldChg>
      <pc:sldChg chg="addSp delSp modSp add del mod">
        <pc:chgData name="KONNEBALRAJU" userId="568288e1-7c46-4baa-a6cd-edb8617a19d4" providerId="ADAL" clId="{3D913C89-8A40-490F-8481-81AD36825FD1}" dt="2026-09-12T14:53:10.482" v="3713" actId="2696"/>
        <pc:sldMkLst>
          <pc:docMk/>
          <pc:sldMk cId="1119674210" sldId="299"/>
        </pc:sldMkLst>
        <pc:spChg chg="del">
          <ac:chgData name="KONNEBALRAJU" userId="568288e1-7c46-4baa-a6cd-edb8617a19d4" providerId="ADAL" clId="{3D913C89-8A40-490F-8481-81AD36825FD1}" dt="2026-09-12T11:37:04.142" v="1484" actId="478"/>
          <ac:spMkLst>
            <pc:docMk/>
            <pc:sldMk cId="1119674210" sldId="299"/>
            <ac:spMk id="2" creationId="{00000000-0000-0000-0000-000000000000}"/>
          </ac:spMkLst>
        </pc:spChg>
        <pc:spChg chg="del">
          <ac:chgData name="KONNEBALRAJU" userId="568288e1-7c46-4baa-a6cd-edb8617a19d4" providerId="ADAL" clId="{3D913C89-8A40-490F-8481-81AD36825FD1}" dt="2026-09-12T11:37:07.312" v="1486" actId="478"/>
          <ac:spMkLst>
            <pc:docMk/>
            <pc:sldMk cId="1119674210" sldId="299"/>
            <ac:spMk id="4" creationId="{00000000-0000-0000-0000-000000000000}"/>
          </ac:spMkLst>
        </pc:spChg>
        <pc:spChg chg="del">
          <ac:chgData name="KONNEBALRAJU" userId="568288e1-7c46-4baa-a6cd-edb8617a19d4" providerId="ADAL" clId="{3D913C89-8A40-490F-8481-81AD36825FD1}" dt="2026-09-12T11:37:05.617" v="1485" actId="478"/>
          <ac:spMkLst>
            <pc:docMk/>
            <pc:sldMk cId="1119674210" sldId="299"/>
            <ac:spMk id="5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1:44:58.233" v="1629" actId="1076"/>
          <ac:spMkLst>
            <pc:docMk/>
            <pc:sldMk cId="1119674210" sldId="299"/>
            <ac:spMk id="7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1:45:19.550" v="1631" actId="207"/>
          <ac:spMkLst>
            <pc:docMk/>
            <pc:sldMk cId="1119674210" sldId="299"/>
            <ac:spMk id="16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1:44:51.772" v="1627" actId="14100"/>
          <ac:spMkLst>
            <pc:docMk/>
            <pc:sldMk cId="1119674210" sldId="299"/>
            <ac:spMk id="17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1:44:23.764" v="1616" actId="20577"/>
          <ac:spMkLst>
            <pc:docMk/>
            <pc:sldMk cId="1119674210" sldId="299"/>
            <ac:spMk id="18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1:45:03.267" v="1630" actId="14100"/>
          <ac:spMkLst>
            <pc:docMk/>
            <pc:sldMk cId="1119674210" sldId="299"/>
            <ac:spMk id="19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1:43:13.398" v="1608" actId="14100"/>
          <ac:spMkLst>
            <pc:docMk/>
            <pc:sldMk cId="1119674210" sldId="299"/>
            <ac:spMk id="20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1:41:33.953" v="1584" actId="14100"/>
          <ac:spMkLst>
            <pc:docMk/>
            <pc:sldMk cId="1119674210" sldId="299"/>
            <ac:spMk id="21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1:43:07.432" v="1606" actId="14100"/>
          <ac:spMkLst>
            <pc:docMk/>
            <pc:sldMk cId="1119674210" sldId="299"/>
            <ac:spMk id="22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3:53:32.463" v="3406" actId="34136"/>
          <ac:spMkLst>
            <pc:docMk/>
            <pc:sldMk cId="1119674210" sldId="299"/>
            <ac:spMk id="23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1:42:59.669" v="1604" actId="20577"/>
          <ac:spMkLst>
            <pc:docMk/>
            <pc:sldMk cId="1119674210" sldId="299"/>
            <ac:spMk id="24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1:42:29.108" v="1597" actId="207"/>
          <ac:spMkLst>
            <pc:docMk/>
            <pc:sldMk cId="1119674210" sldId="299"/>
            <ac:spMk id="25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1:42:47.388" v="1600" actId="403"/>
          <ac:spMkLst>
            <pc:docMk/>
            <pc:sldMk cId="1119674210" sldId="299"/>
            <ac:spMk id="26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1:42:33.344" v="1598" actId="403"/>
          <ac:spMkLst>
            <pc:docMk/>
            <pc:sldMk cId="1119674210" sldId="299"/>
            <ac:spMk id="27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2:35:20.306" v="2493" actId="1036"/>
          <ac:spMkLst>
            <pc:docMk/>
            <pc:sldMk cId="1119674210" sldId="299"/>
            <ac:spMk id="28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2:08:53.432" v="1940" actId="14100"/>
          <ac:spMkLst>
            <pc:docMk/>
            <pc:sldMk cId="1119674210" sldId="299"/>
            <ac:spMk id="29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3:53:32.463" v="3406" actId="34136"/>
          <ac:spMkLst>
            <pc:docMk/>
            <pc:sldMk cId="1119674210" sldId="299"/>
            <ac:spMk id="30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2:08:42.002" v="1939" actId="122"/>
          <ac:spMkLst>
            <pc:docMk/>
            <pc:sldMk cId="1119674210" sldId="299"/>
            <ac:spMk id="33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2:08:37.409" v="1937" actId="14100"/>
          <ac:spMkLst>
            <pc:docMk/>
            <pc:sldMk cId="1119674210" sldId="299"/>
            <ac:spMk id="36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2:08:04.090" v="1930" actId="115"/>
          <ac:spMkLst>
            <pc:docMk/>
            <pc:sldMk cId="1119674210" sldId="299"/>
            <ac:spMk id="39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2:08:04.090" v="1930" actId="115"/>
          <ac:spMkLst>
            <pc:docMk/>
            <pc:sldMk cId="1119674210" sldId="299"/>
            <ac:spMk id="42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2:08:30.867" v="1936" actId="14100"/>
          <ac:spMkLst>
            <pc:docMk/>
            <pc:sldMk cId="1119674210" sldId="299"/>
            <ac:spMk id="45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2:08:04.090" v="1930" actId="115"/>
          <ac:spMkLst>
            <pc:docMk/>
            <pc:sldMk cId="1119674210" sldId="299"/>
            <ac:spMk id="48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2:08:12.605" v="1933" actId="14100"/>
          <ac:spMkLst>
            <pc:docMk/>
            <pc:sldMk cId="1119674210" sldId="299"/>
            <ac:spMk id="51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2:08:04.090" v="1930" actId="115"/>
          <ac:spMkLst>
            <pc:docMk/>
            <pc:sldMk cId="1119674210" sldId="299"/>
            <ac:spMk id="54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2:35:50.085" v="2510" actId="20578"/>
          <ac:spMkLst>
            <pc:docMk/>
            <pc:sldMk cId="1119674210" sldId="299"/>
            <ac:spMk id="57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2:09:12.916" v="1952" actId="1036"/>
          <ac:spMkLst>
            <pc:docMk/>
            <pc:sldMk cId="1119674210" sldId="299"/>
            <ac:spMk id="59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2:01:58.505" v="1883" actId="207"/>
          <ac:spMkLst>
            <pc:docMk/>
            <pc:sldMk cId="1119674210" sldId="299"/>
            <ac:spMk id="64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2:01:42.132" v="1878" actId="2710"/>
          <ac:spMkLst>
            <pc:docMk/>
            <pc:sldMk cId="1119674210" sldId="299"/>
            <ac:spMk id="69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3:53:32.463" v="3406" actId="34136"/>
          <ac:spMkLst>
            <pc:docMk/>
            <pc:sldMk cId="1119674210" sldId="299"/>
            <ac:spMk id="70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1:59:26.976" v="1855" actId="14100"/>
          <ac:spMkLst>
            <pc:docMk/>
            <pc:sldMk cId="1119674210" sldId="299"/>
            <ac:spMk id="71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2:00:35.713" v="1862" actId="207"/>
          <ac:spMkLst>
            <pc:docMk/>
            <pc:sldMk cId="1119674210" sldId="299"/>
            <ac:spMk id="77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2:00:35.713" v="1862" actId="207"/>
          <ac:spMkLst>
            <pc:docMk/>
            <pc:sldMk cId="1119674210" sldId="299"/>
            <ac:spMk id="78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2:00:35.713" v="1862" actId="207"/>
          <ac:spMkLst>
            <pc:docMk/>
            <pc:sldMk cId="1119674210" sldId="299"/>
            <ac:spMk id="79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2:03:09.630" v="1900" actId="207"/>
          <ac:spMkLst>
            <pc:docMk/>
            <pc:sldMk cId="1119674210" sldId="299"/>
            <ac:spMk id="80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2:00:41.950" v="1863" actId="207"/>
          <ac:spMkLst>
            <pc:docMk/>
            <pc:sldMk cId="1119674210" sldId="299"/>
            <ac:spMk id="86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2:00:41.950" v="1863" actId="207"/>
          <ac:spMkLst>
            <pc:docMk/>
            <pc:sldMk cId="1119674210" sldId="299"/>
            <ac:spMk id="87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2:00:41.950" v="1863" actId="207"/>
          <ac:spMkLst>
            <pc:docMk/>
            <pc:sldMk cId="1119674210" sldId="299"/>
            <ac:spMk id="88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2:03:13.077" v="1901" actId="207"/>
          <ac:spMkLst>
            <pc:docMk/>
            <pc:sldMk cId="1119674210" sldId="299"/>
            <ac:spMk id="89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1:59:19.509" v="1853" actId="14100"/>
          <ac:spMkLst>
            <pc:docMk/>
            <pc:sldMk cId="1119674210" sldId="299"/>
            <ac:spMk id="90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1:47:23.018" v="1651" actId="14100"/>
          <ac:spMkLst>
            <pc:docMk/>
            <pc:sldMk cId="1119674210" sldId="299"/>
            <ac:spMk id="91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3:30:29.013" v="3358" actId="207"/>
          <ac:spMkLst>
            <pc:docMk/>
            <pc:sldMk cId="1119674210" sldId="299"/>
            <ac:spMk id="92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1:46:35.461" v="1642" actId="14100"/>
          <ac:spMkLst>
            <pc:docMk/>
            <pc:sldMk cId="1119674210" sldId="299"/>
            <ac:spMk id="93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2:06:42.281" v="1923" actId="14100"/>
          <ac:spMkLst>
            <pc:docMk/>
            <pc:sldMk cId="1119674210" sldId="299"/>
            <ac:spMk id="94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3:53:32.463" v="3406" actId="34136"/>
          <ac:spMkLst>
            <pc:docMk/>
            <pc:sldMk cId="1119674210" sldId="299"/>
            <ac:spMk id="95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1:58:06.381" v="1844" actId="207"/>
          <ac:spMkLst>
            <pc:docMk/>
            <pc:sldMk cId="1119674210" sldId="299"/>
            <ac:spMk id="98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1:58:06.381" v="1844" actId="207"/>
          <ac:spMkLst>
            <pc:docMk/>
            <pc:sldMk cId="1119674210" sldId="299"/>
            <ac:spMk id="101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1:58:06.381" v="1844" actId="207"/>
          <ac:spMkLst>
            <pc:docMk/>
            <pc:sldMk cId="1119674210" sldId="299"/>
            <ac:spMk id="104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1:58:16.568" v="1845" actId="14100"/>
          <ac:spMkLst>
            <pc:docMk/>
            <pc:sldMk cId="1119674210" sldId="299"/>
            <ac:spMk id="107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1:58:26.707" v="1848" actId="14100"/>
          <ac:spMkLst>
            <pc:docMk/>
            <pc:sldMk cId="1119674210" sldId="299"/>
            <ac:spMk id="110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3:53:32.463" v="3406" actId="34136"/>
          <ac:spMkLst>
            <pc:docMk/>
            <pc:sldMk cId="1119674210" sldId="299"/>
            <ac:spMk id="115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3:53:32.463" v="3406" actId="34136"/>
          <ac:spMkLst>
            <pc:docMk/>
            <pc:sldMk cId="1119674210" sldId="299"/>
            <ac:spMk id="126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1:47:19.956" v="1650" actId="14100"/>
          <ac:spMkLst>
            <pc:docMk/>
            <pc:sldMk cId="1119674210" sldId="299"/>
            <ac:spMk id="127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3:30:29.013" v="3358" actId="207"/>
          <ac:spMkLst>
            <pc:docMk/>
            <pc:sldMk cId="1119674210" sldId="299"/>
            <ac:spMk id="128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2:35:02.774" v="2488" actId="14100"/>
          <ac:spMkLst>
            <pc:docMk/>
            <pc:sldMk cId="1119674210" sldId="299"/>
            <ac:spMk id="132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2:20:06.103" v="2141" actId="113"/>
          <ac:spMkLst>
            <pc:docMk/>
            <pc:sldMk cId="1119674210" sldId="299"/>
            <ac:spMk id="135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3:53:32.463" v="3406" actId="34136"/>
          <ac:spMkLst>
            <pc:docMk/>
            <pc:sldMk cId="1119674210" sldId="299"/>
            <ac:spMk id="136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1:55:34.219" v="1817" actId="1076"/>
          <ac:spMkLst>
            <pc:docMk/>
            <pc:sldMk cId="1119674210" sldId="299"/>
            <ac:spMk id="137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2:20:06.103" v="2141" actId="113"/>
          <ac:spMkLst>
            <pc:docMk/>
            <pc:sldMk cId="1119674210" sldId="299"/>
            <ac:spMk id="138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1:57:17.695" v="1840" actId="14100"/>
          <ac:spMkLst>
            <pc:docMk/>
            <pc:sldMk cId="1119674210" sldId="299"/>
            <ac:spMk id="139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2:20:06.103" v="2141" actId="113"/>
          <ac:spMkLst>
            <pc:docMk/>
            <pc:sldMk cId="1119674210" sldId="299"/>
            <ac:spMk id="142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2:20:06.103" v="2141" actId="113"/>
          <ac:spMkLst>
            <pc:docMk/>
            <pc:sldMk cId="1119674210" sldId="299"/>
            <ac:spMk id="145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1:47:07.811" v="1646" actId="14100"/>
          <ac:spMkLst>
            <pc:docMk/>
            <pc:sldMk cId="1119674210" sldId="299"/>
            <ac:spMk id="149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3:30:29.013" v="3358" actId="207"/>
          <ac:spMkLst>
            <pc:docMk/>
            <pc:sldMk cId="1119674210" sldId="299"/>
            <ac:spMk id="150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1:54:40.595" v="1806" actId="1076"/>
          <ac:spMkLst>
            <pc:docMk/>
            <pc:sldMk cId="1119674210" sldId="299"/>
            <ac:spMk id="152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2:04:16.613" v="1915" actId="255"/>
          <ac:spMkLst>
            <pc:docMk/>
            <pc:sldMk cId="1119674210" sldId="299"/>
            <ac:spMk id="154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2:04:59.956" v="1921" actId="255"/>
          <ac:spMkLst>
            <pc:docMk/>
            <pc:sldMk cId="1119674210" sldId="299"/>
            <ac:spMk id="155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2:04:16.613" v="1915" actId="255"/>
          <ac:spMkLst>
            <pc:docMk/>
            <pc:sldMk cId="1119674210" sldId="299"/>
            <ac:spMk id="156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3:53:32.463" v="3406" actId="34136"/>
          <ac:spMkLst>
            <pc:docMk/>
            <pc:sldMk cId="1119674210" sldId="299"/>
            <ac:spMk id="157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1:54:54.023" v="1808" actId="14100"/>
          <ac:spMkLst>
            <pc:docMk/>
            <pc:sldMk cId="1119674210" sldId="299"/>
            <ac:spMk id="158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3:53:32.463" v="3406" actId="34136"/>
          <ac:spMkLst>
            <pc:docMk/>
            <pc:sldMk cId="1119674210" sldId="299"/>
            <ac:spMk id="159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1:46:01.500" v="1637" actId="14100"/>
          <ac:spMkLst>
            <pc:docMk/>
            <pc:sldMk cId="1119674210" sldId="299"/>
            <ac:spMk id="165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3:53:32.463" v="3406" actId="34136"/>
          <ac:spMkLst>
            <pc:docMk/>
            <pc:sldMk cId="1119674210" sldId="299"/>
            <ac:spMk id="166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3:30:29.013" v="3358" actId="207"/>
          <ac:spMkLst>
            <pc:docMk/>
            <pc:sldMk cId="1119674210" sldId="299"/>
            <ac:spMk id="167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1:54:19.077" v="1802" actId="1037"/>
          <ac:spMkLst>
            <pc:docMk/>
            <pc:sldMk cId="1119674210" sldId="299"/>
            <ac:spMk id="168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1:53:24.112" v="1752" actId="207"/>
          <ac:spMkLst>
            <pc:docMk/>
            <pc:sldMk cId="1119674210" sldId="299"/>
            <ac:spMk id="169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1:54:11.620" v="1792" actId="20577"/>
          <ac:spMkLst>
            <pc:docMk/>
            <pc:sldMk cId="1119674210" sldId="299"/>
            <ac:spMk id="170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1:53:20.637" v="1751" actId="207"/>
          <ac:spMkLst>
            <pc:docMk/>
            <pc:sldMk cId="1119674210" sldId="299"/>
            <ac:spMk id="171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1:52:45.011" v="1746" actId="207"/>
          <ac:spMkLst>
            <pc:docMk/>
            <pc:sldMk cId="1119674210" sldId="299"/>
            <ac:spMk id="172" creationId="{00000000-0000-0000-0000-000000000000}"/>
          </ac:spMkLst>
        </pc:spChg>
        <pc:spChg chg="del">
          <ac:chgData name="KONNEBALRAJU" userId="568288e1-7c46-4baa-a6cd-edb8617a19d4" providerId="ADAL" clId="{3D913C89-8A40-490F-8481-81AD36825FD1}" dt="2026-09-12T11:37:27.361" v="1494" actId="478"/>
          <ac:spMkLst>
            <pc:docMk/>
            <pc:sldMk cId="1119674210" sldId="299"/>
            <ac:spMk id="173" creationId="{00000000-0000-0000-0000-000000000000}"/>
          </ac:spMkLst>
        </pc:spChg>
        <pc:spChg chg="add mod">
          <ac:chgData name="KONNEBALRAJU" userId="568288e1-7c46-4baa-a6cd-edb8617a19d4" providerId="ADAL" clId="{3D913C89-8A40-490F-8481-81AD36825FD1}" dt="2026-09-12T11:37:18.320" v="1492"/>
          <ac:spMkLst>
            <pc:docMk/>
            <pc:sldMk cId="1119674210" sldId="299"/>
            <ac:spMk id="174" creationId="{EFCEC778-A3A5-173F-9F91-A3EEC2F07924}"/>
          </ac:spMkLst>
        </pc:spChg>
        <pc:spChg chg="add del">
          <ac:chgData name="KONNEBALRAJU" userId="568288e1-7c46-4baa-a6cd-edb8617a19d4" providerId="ADAL" clId="{3D913C89-8A40-490F-8481-81AD36825FD1}" dt="2026-09-12T11:37:28.674" v="1495" actId="478"/>
          <ac:spMkLst>
            <pc:docMk/>
            <pc:sldMk cId="1119674210" sldId="299"/>
            <ac:spMk id="175" creationId="{F394D773-9E9B-9341-63AF-B4E54B506BE8}"/>
          </ac:spMkLst>
        </pc:spChg>
        <pc:spChg chg="add mod">
          <ac:chgData name="KONNEBALRAJU" userId="568288e1-7c46-4baa-a6cd-edb8617a19d4" providerId="ADAL" clId="{3D913C89-8A40-490F-8481-81AD36825FD1}" dt="2026-09-12T11:37:18.320" v="1492"/>
          <ac:spMkLst>
            <pc:docMk/>
            <pc:sldMk cId="1119674210" sldId="299"/>
            <ac:spMk id="176" creationId="{63C454ED-6151-DE43-EF99-67305B062EE7}"/>
          </ac:spMkLst>
        </pc:spChg>
        <pc:spChg chg="add mod">
          <ac:chgData name="KONNEBALRAJU" userId="568288e1-7c46-4baa-a6cd-edb8617a19d4" providerId="ADAL" clId="{3D913C89-8A40-490F-8481-81AD36825FD1}" dt="2026-09-12T11:37:08.872" v="1487"/>
          <ac:spMkLst>
            <pc:docMk/>
            <pc:sldMk cId="1119674210" sldId="299"/>
            <ac:spMk id="177" creationId="{FAF31F46-D816-386E-8928-BD3611BCF8DF}"/>
          </ac:spMkLst>
        </pc:spChg>
        <pc:spChg chg="add mod">
          <ac:chgData name="KONNEBALRAJU" userId="568288e1-7c46-4baa-a6cd-edb8617a19d4" providerId="ADAL" clId="{3D913C89-8A40-490F-8481-81AD36825FD1}" dt="2026-09-12T11:37:18.320" v="1492"/>
          <ac:spMkLst>
            <pc:docMk/>
            <pc:sldMk cId="1119674210" sldId="299"/>
            <ac:spMk id="178" creationId="{B5C31A4F-3173-450E-75A8-128E228A50F5}"/>
          </ac:spMkLst>
        </pc:spChg>
        <pc:spChg chg="add mod">
          <ac:chgData name="KONNEBALRAJU" userId="568288e1-7c46-4baa-a6cd-edb8617a19d4" providerId="ADAL" clId="{3D913C89-8A40-490F-8481-81AD36825FD1}" dt="2026-09-12T11:37:08.872" v="1487"/>
          <ac:spMkLst>
            <pc:docMk/>
            <pc:sldMk cId="1119674210" sldId="299"/>
            <ac:spMk id="179" creationId="{1C129EE9-7130-9715-8FF4-8246BAC620B6}"/>
          </ac:spMkLst>
        </pc:spChg>
        <pc:spChg chg="add mod">
          <ac:chgData name="KONNEBALRAJU" userId="568288e1-7c46-4baa-a6cd-edb8617a19d4" providerId="ADAL" clId="{3D913C89-8A40-490F-8481-81AD36825FD1}" dt="2026-09-12T11:37:08.872" v="1487"/>
          <ac:spMkLst>
            <pc:docMk/>
            <pc:sldMk cId="1119674210" sldId="299"/>
            <ac:spMk id="180" creationId="{92A59DBA-254A-A9D7-FA57-945684DB738F}"/>
          </ac:spMkLst>
        </pc:spChg>
        <pc:spChg chg="add mod">
          <ac:chgData name="KONNEBALRAJU" userId="568288e1-7c46-4baa-a6cd-edb8617a19d4" providerId="ADAL" clId="{3D913C89-8A40-490F-8481-81AD36825FD1}" dt="2026-09-12T11:37:08.872" v="1487"/>
          <ac:spMkLst>
            <pc:docMk/>
            <pc:sldMk cId="1119674210" sldId="299"/>
            <ac:spMk id="181" creationId="{CAAE427F-0267-74C0-F0E4-4E12A980C711}"/>
          </ac:spMkLst>
        </pc:spChg>
        <pc:spChg chg="add mod">
          <ac:chgData name="KONNEBALRAJU" userId="568288e1-7c46-4baa-a6cd-edb8617a19d4" providerId="ADAL" clId="{3D913C89-8A40-490F-8481-81AD36825FD1}" dt="2026-09-12T11:37:30.360" v="1496"/>
          <ac:spMkLst>
            <pc:docMk/>
            <pc:sldMk cId="1119674210" sldId="299"/>
            <ac:spMk id="183" creationId="{8AE8A6B8-3247-5432-7226-6DEB667A687C}"/>
          </ac:spMkLst>
        </pc:spChg>
        <pc:spChg chg="add mod">
          <ac:chgData name="KONNEBALRAJU" userId="568288e1-7c46-4baa-a6cd-edb8617a19d4" providerId="ADAL" clId="{3D913C89-8A40-490F-8481-81AD36825FD1}" dt="2026-09-12T11:37:30.360" v="1496"/>
          <ac:spMkLst>
            <pc:docMk/>
            <pc:sldMk cId="1119674210" sldId="299"/>
            <ac:spMk id="184" creationId="{34E51DE4-85AC-8D7D-6F73-950A179C892D}"/>
          </ac:spMkLst>
        </pc:spChg>
        <pc:spChg chg="add mod">
          <ac:chgData name="KONNEBALRAJU" userId="568288e1-7c46-4baa-a6cd-edb8617a19d4" providerId="ADAL" clId="{3D913C89-8A40-490F-8481-81AD36825FD1}" dt="2026-09-12T11:37:30.360" v="1496"/>
          <ac:spMkLst>
            <pc:docMk/>
            <pc:sldMk cId="1119674210" sldId="299"/>
            <ac:spMk id="185" creationId="{5ED655E9-204C-FF96-4906-F46522C6BF21}"/>
          </ac:spMkLst>
        </pc:spChg>
        <pc:spChg chg="add mod">
          <ac:chgData name="KONNEBALRAJU" userId="568288e1-7c46-4baa-a6cd-edb8617a19d4" providerId="ADAL" clId="{3D913C89-8A40-490F-8481-81AD36825FD1}" dt="2026-09-12T13:30:12.535" v="3357" actId="20577"/>
          <ac:spMkLst>
            <pc:docMk/>
            <pc:sldMk cId="1119674210" sldId="299"/>
            <ac:spMk id="186" creationId="{7612A60E-2490-94A1-8126-F1B9FD1F3F9E}"/>
          </ac:spMkLst>
        </pc:spChg>
        <pc:spChg chg="add mod">
          <ac:chgData name="KONNEBALRAJU" userId="568288e1-7c46-4baa-a6cd-edb8617a19d4" providerId="ADAL" clId="{3D913C89-8A40-490F-8481-81AD36825FD1}" dt="2026-09-12T13:04:39.976" v="2900" actId="2711"/>
          <ac:spMkLst>
            <pc:docMk/>
            <pc:sldMk cId="1119674210" sldId="299"/>
            <ac:spMk id="187" creationId="{AEE72B78-0D60-9791-B088-632642825DE4}"/>
          </ac:spMkLst>
        </pc:spChg>
        <pc:spChg chg="add mod">
          <ac:chgData name="KONNEBALRAJU" userId="568288e1-7c46-4baa-a6cd-edb8617a19d4" providerId="ADAL" clId="{3D913C89-8A40-490F-8481-81AD36825FD1}" dt="2026-09-12T13:04:29.377" v="2898" actId="2711"/>
          <ac:spMkLst>
            <pc:docMk/>
            <pc:sldMk cId="1119674210" sldId="299"/>
            <ac:spMk id="188" creationId="{09DF4FED-9CDD-8F76-547D-F96C845EE529}"/>
          </ac:spMkLst>
        </pc:spChg>
        <pc:spChg chg="add mod">
          <ac:chgData name="KONNEBALRAJU" userId="568288e1-7c46-4baa-a6cd-edb8617a19d4" providerId="ADAL" clId="{3D913C89-8A40-490F-8481-81AD36825FD1}" dt="2026-09-12T11:48:36.793" v="1676" actId="14100"/>
          <ac:spMkLst>
            <pc:docMk/>
            <pc:sldMk cId="1119674210" sldId="299"/>
            <ac:spMk id="189" creationId="{56E18B39-87AF-43FE-90B1-3A52B6B47E52}"/>
          </ac:spMkLst>
        </pc:spChg>
        <pc:spChg chg="add del mod">
          <ac:chgData name="KONNEBALRAJU" userId="568288e1-7c46-4baa-a6cd-edb8617a19d4" providerId="ADAL" clId="{3D913C89-8A40-490F-8481-81AD36825FD1}" dt="2026-09-12T11:37:57.823" v="1522"/>
          <ac:spMkLst>
            <pc:docMk/>
            <pc:sldMk cId="1119674210" sldId="299"/>
            <ac:spMk id="191" creationId="{98F77DEA-B9DD-8A54-64C5-4824C2BD3013}"/>
          </ac:spMkLst>
        </pc:spChg>
        <pc:spChg chg="add del mod">
          <ac:chgData name="KONNEBALRAJU" userId="568288e1-7c46-4baa-a6cd-edb8617a19d4" providerId="ADAL" clId="{3D913C89-8A40-490F-8481-81AD36825FD1}" dt="2026-09-12T11:37:59.092" v="1525"/>
          <ac:spMkLst>
            <pc:docMk/>
            <pc:sldMk cId="1119674210" sldId="299"/>
            <ac:spMk id="192" creationId="{449E6771-8C2E-BBD7-0C3C-ACD9281952A8}"/>
          </ac:spMkLst>
        </pc:spChg>
        <pc:picChg chg="del">
          <ac:chgData name="KONNEBALRAJU" userId="568288e1-7c46-4baa-a6cd-edb8617a19d4" providerId="ADAL" clId="{3D913C89-8A40-490F-8481-81AD36825FD1}" dt="2026-09-12T11:36:46.006" v="1483" actId="478"/>
          <ac:picMkLst>
            <pc:docMk/>
            <pc:sldMk cId="1119674210" sldId="299"/>
            <ac:picMk id="3" creationId="{00000000-0000-0000-0000-000000000000}"/>
          </ac:picMkLst>
        </pc:picChg>
        <pc:picChg chg="mod">
          <ac:chgData name="KONNEBALRAJU" userId="568288e1-7c46-4baa-a6cd-edb8617a19d4" providerId="ADAL" clId="{3D913C89-8A40-490F-8481-81AD36825FD1}" dt="2026-09-12T12:31:43.379" v="2455" actId="1076"/>
          <ac:picMkLst>
            <pc:docMk/>
            <pc:sldMk cId="1119674210" sldId="299"/>
            <ac:picMk id="4" creationId="{C82F32A8-B42F-6A72-8CE9-91611E425F79}"/>
          </ac:picMkLst>
        </pc:picChg>
        <pc:picChg chg="del">
          <ac:chgData name="KONNEBALRAJU" userId="568288e1-7c46-4baa-a6cd-edb8617a19d4" providerId="ADAL" clId="{3D913C89-8A40-490F-8481-81AD36825FD1}" dt="2026-09-12T11:37:23.263" v="1493" actId="478"/>
          <ac:picMkLst>
            <pc:docMk/>
            <pc:sldMk cId="1119674210" sldId="299"/>
            <ac:picMk id="6" creationId="{00000000-0000-0000-0000-000000000000}"/>
          </ac:picMkLst>
        </pc:picChg>
        <pc:picChg chg="mod">
          <ac:chgData name="KONNEBALRAJU" userId="568288e1-7c46-4baa-a6cd-edb8617a19d4" providerId="ADAL" clId="{3D913C89-8A40-490F-8481-81AD36825FD1}" dt="2026-09-12T12:35:27.077" v="2509" actId="1036"/>
          <ac:picMkLst>
            <pc:docMk/>
            <pc:sldMk cId="1119674210" sldId="299"/>
            <ac:picMk id="15" creationId="{00000000-0000-0000-0000-000000000000}"/>
          </ac:picMkLst>
        </pc:picChg>
        <pc:picChg chg="mod">
          <ac:chgData name="KONNEBALRAJU" userId="568288e1-7c46-4baa-a6cd-edb8617a19d4" providerId="ADAL" clId="{3D913C89-8A40-490F-8481-81AD36825FD1}" dt="2026-09-12T12:09:39.754" v="1957" actId="207"/>
          <ac:picMkLst>
            <pc:docMk/>
            <pc:sldMk cId="1119674210" sldId="299"/>
            <ac:picMk id="44" creationId="{00000000-0000-0000-0000-000000000000}"/>
          </ac:picMkLst>
        </pc:picChg>
        <pc:picChg chg="mod">
          <ac:chgData name="KONNEBALRAJU" userId="568288e1-7c46-4baa-a6cd-edb8617a19d4" providerId="ADAL" clId="{3D913C89-8A40-490F-8481-81AD36825FD1}" dt="2026-09-12T12:09:39.754" v="1957" actId="207"/>
          <ac:picMkLst>
            <pc:docMk/>
            <pc:sldMk cId="1119674210" sldId="299"/>
            <ac:picMk id="47" creationId="{00000000-0000-0000-0000-000000000000}"/>
          </ac:picMkLst>
        </pc:picChg>
        <pc:picChg chg="mod">
          <ac:chgData name="KONNEBALRAJU" userId="568288e1-7c46-4baa-a6cd-edb8617a19d4" providerId="ADAL" clId="{3D913C89-8A40-490F-8481-81AD36825FD1}" dt="2026-09-12T12:09:39.754" v="1957" actId="207"/>
          <ac:picMkLst>
            <pc:docMk/>
            <pc:sldMk cId="1119674210" sldId="299"/>
            <ac:picMk id="50" creationId="{00000000-0000-0000-0000-000000000000}"/>
          </ac:picMkLst>
        </pc:picChg>
        <pc:picChg chg="mod">
          <ac:chgData name="KONNEBALRAJU" userId="568288e1-7c46-4baa-a6cd-edb8617a19d4" providerId="ADAL" clId="{3D913C89-8A40-490F-8481-81AD36825FD1}" dt="2026-09-12T12:09:39.754" v="1957" actId="207"/>
          <ac:picMkLst>
            <pc:docMk/>
            <pc:sldMk cId="1119674210" sldId="299"/>
            <ac:picMk id="53" creationId="{00000000-0000-0000-0000-000000000000}"/>
          </ac:picMkLst>
        </pc:picChg>
        <pc:picChg chg="mod">
          <ac:chgData name="KONNEBALRAJU" userId="568288e1-7c46-4baa-a6cd-edb8617a19d4" providerId="ADAL" clId="{3D913C89-8A40-490F-8481-81AD36825FD1}" dt="2026-09-12T12:09:39.754" v="1957" actId="207"/>
          <ac:picMkLst>
            <pc:docMk/>
            <pc:sldMk cId="1119674210" sldId="299"/>
            <ac:picMk id="56" creationId="{00000000-0000-0000-0000-000000000000}"/>
          </ac:picMkLst>
        </pc:picChg>
        <pc:picChg chg="mod">
          <ac:chgData name="KONNEBALRAJU" userId="568288e1-7c46-4baa-a6cd-edb8617a19d4" providerId="ADAL" clId="{3D913C89-8A40-490F-8481-81AD36825FD1}" dt="2026-09-12T12:09:16.030" v="1953" actId="14100"/>
          <ac:picMkLst>
            <pc:docMk/>
            <pc:sldMk cId="1119674210" sldId="299"/>
            <ac:picMk id="58" creationId="{00000000-0000-0000-0000-000000000000}"/>
          </ac:picMkLst>
        </pc:picChg>
        <pc:picChg chg="mod">
          <ac:chgData name="KONNEBALRAJU" userId="568288e1-7c46-4baa-a6cd-edb8617a19d4" providerId="ADAL" clId="{3D913C89-8A40-490F-8481-81AD36825FD1}" dt="2026-09-12T11:46:38.350" v="1643" actId="14100"/>
          <ac:picMkLst>
            <pc:docMk/>
            <pc:sldMk cId="1119674210" sldId="299"/>
            <ac:picMk id="60" creationId="{00000000-0000-0000-0000-000000000000}"/>
          </ac:picMkLst>
        </pc:picChg>
        <pc:picChg chg="add del mod">
          <ac:chgData name="KONNEBALRAJU" userId="568288e1-7c46-4baa-a6cd-edb8617a19d4" providerId="ADAL" clId="{3D913C89-8A40-490F-8481-81AD36825FD1}" dt="2026-09-12T11:56:30.541" v="1825" actId="21"/>
          <ac:picMkLst>
            <pc:docMk/>
            <pc:sldMk cId="1119674210" sldId="299"/>
            <ac:picMk id="131" creationId="{00000000-0000-0000-0000-000000000000}"/>
          </ac:picMkLst>
        </pc:picChg>
        <pc:picChg chg="mod">
          <ac:chgData name="KONNEBALRAJU" userId="568288e1-7c46-4baa-a6cd-edb8617a19d4" providerId="ADAL" clId="{3D913C89-8A40-490F-8481-81AD36825FD1}" dt="2026-09-12T11:54:24.322" v="1804" actId="1076"/>
          <ac:picMkLst>
            <pc:docMk/>
            <pc:sldMk cId="1119674210" sldId="299"/>
            <ac:picMk id="160" creationId="{00000000-0000-0000-0000-000000000000}"/>
          </ac:picMkLst>
        </pc:picChg>
        <pc:picChg chg="del mod">
          <ac:chgData name="KONNEBALRAJU" userId="568288e1-7c46-4baa-a6cd-edb8617a19d4" providerId="ADAL" clId="{3D913C89-8A40-490F-8481-81AD36825FD1}" dt="2026-09-12T11:52:10.718" v="1715" actId="478"/>
          <ac:picMkLst>
            <pc:docMk/>
            <pc:sldMk cId="1119674210" sldId="299"/>
            <ac:picMk id="161" creationId="{00000000-0000-0000-0000-000000000000}"/>
          </ac:picMkLst>
        </pc:picChg>
        <pc:picChg chg="mod">
          <ac:chgData name="KONNEBALRAJU" userId="568288e1-7c46-4baa-a6cd-edb8617a19d4" providerId="ADAL" clId="{3D913C89-8A40-490F-8481-81AD36825FD1}" dt="2026-09-12T11:54:19.077" v="1802" actId="1037"/>
          <ac:picMkLst>
            <pc:docMk/>
            <pc:sldMk cId="1119674210" sldId="299"/>
            <ac:picMk id="162" creationId="{00000000-0000-0000-0000-000000000000}"/>
          </ac:picMkLst>
        </pc:picChg>
        <pc:picChg chg="mod">
          <ac:chgData name="KONNEBALRAJU" userId="568288e1-7c46-4baa-a6cd-edb8617a19d4" providerId="ADAL" clId="{3D913C89-8A40-490F-8481-81AD36825FD1}" dt="2026-09-12T11:52:48.534" v="1747" actId="14100"/>
          <ac:picMkLst>
            <pc:docMk/>
            <pc:sldMk cId="1119674210" sldId="299"/>
            <ac:picMk id="163" creationId="{00000000-0000-0000-0000-000000000000}"/>
          </ac:picMkLst>
        </pc:picChg>
        <pc:picChg chg="mod">
          <ac:chgData name="KONNEBALRAJU" userId="568288e1-7c46-4baa-a6cd-edb8617a19d4" providerId="ADAL" clId="{3D913C89-8A40-490F-8481-81AD36825FD1}" dt="2026-09-12T11:53:36.035" v="1757" actId="1076"/>
          <ac:picMkLst>
            <pc:docMk/>
            <pc:sldMk cId="1119674210" sldId="299"/>
            <ac:picMk id="164" creationId="{00000000-0000-0000-0000-000000000000}"/>
          </ac:picMkLst>
        </pc:picChg>
        <pc:picChg chg="add mod">
          <ac:chgData name="KONNEBALRAJU" userId="568288e1-7c46-4baa-a6cd-edb8617a19d4" providerId="ADAL" clId="{3D913C89-8A40-490F-8481-81AD36825FD1}" dt="2026-09-12T11:37:08.872" v="1487"/>
          <ac:picMkLst>
            <pc:docMk/>
            <pc:sldMk cId="1119674210" sldId="299"/>
            <ac:picMk id="182" creationId="{4C44E5B0-15C4-B33E-785C-8D25713A7794}"/>
          </ac:picMkLst>
        </pc:picChg>
        <pc:picChg chg="add mod">
          <ac:chgData name="KONNEBALRAJU" userId="568288e1-7c46-4baa-a6cd-edb8617a19d4" providerId="ADAL" clId="{3D913C89-8A40-490F-8481-81AD36825FD1}" dt="2026-09-12T11:37:30.360" v="1496"/>
          <ac:picMkLst>
            <pc:docMk/>
            <pc:sldMk cId="1119674210" sldId="299"/>
            <ac:picMk id="190" creationId="{D5F62FEB-C3BD-E1CF-3BAE-A925B172A2DF}"/>
          </ac:picMkLst>
        </pc:picChg>
      </pc:sldChg>
      <pc:sldChg chg="del">
        <pc:chgData name="KONNEBALRAJU" userId="568288e1-7c46-4baa-a6cd-edb8617a19d4" providerId="ADAL" clId="{3D913C89-8A40-490F-8481-81AD36825FD1}" dt="2026-09-12T10:50:08.193" v="1261" actId="47"/>
        <pc:sldMkLst>
          <pc:docMk/>
          <pc:sldMk cId="1592934696" sldId="299"/>
        </pc:sldMkLst>
      </pc:sldChg>
      <pc:sldChg chg="del">
        <pc:chgData name="KONNEBALRAJU" userId="568288e1-7c46-4baa-a6cd-edb8617a19d4" providerId="ADAL" clId="{3D913C89-8A40-490F-8481-81AD36825FD1}" dt="2026-09-12T10:17:08.541" v="885" actId="47"/>
        <pc:sldMkLst>
          <pc:docMk/>
          <pc:sldMk cId="2305822709" sldId="299"/>
        </pc:sldMkLst>
      </pc:sldChg>
      <pc:sldChg chg="add del">
        <pc:chgData name="KONNEBALRAJU" userId="568288e1-7c46-4baa-a6cd-edb8617a19d4" providerId="ADAL" clId="{3D913C89-8A40-490F-8481-81AD36825FD1}" dt="2026-09-12T08:24:55.421" v="59" actId="47"/>
        <pc:sldMkLst>
          <pc:docMk/>
          <pc:sldMk cId="3429385742" sldId="299"/>
        </pc:sldMkLst>
      </pc:sldChg>
      <pc:sldChg chg="addSp delSp modSp add mod">
        <pc:chgData name="KONNEBALRAJU" userId="568288e1-7c46-4baa-a6cd-edb8617a19d4" providerId="ADAL" clId="{3D913C89-8A40-490F-8481-81AD36825FD1}" dt="2026-09-12T14:27:45.138" v="3631" actId="34135"/>
        <pc:sldMkLst>
          <pc:docMk/>
          <pc:sldMk cId="0" sldId="300"/>
        </pc:sldMkLst>
        <pc:spChg chg="mod ord">
          <ac:chgData name="KONNEBALRAJU" userId="568288e1-7c46-4baa-a6cd-edb8617a19d4" providerId="ADAL" clId="{3D913C89-8A40-490F-8481-81AD36825FD1}" dt="2026-09-12T14:27:45.138" v="3631" actId="34135"/>
          <ac:spMkLst>
            <pc:docMk/>
            <pc:sldMk cId="0" sldId="300"/>
            <ac:spMk id="4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2:37:28.555" v="2552" actId="1035"/>
          <ac:spMkLst>
            <pc:docMk/>
            <pc:sldMk cId="0" sldId="300"/>
            <ac:spMk id="6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3:15:09.111" v="2990" actId="1038"/>
          <ac:spMkLst>
            <pc:docMk/>
            <pc:sldMk cId="0" sldId="300"/>
            <ac:spMk id="7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3:25:17.645" v="3333" actId="14100"/>
          <ac:spMkLst>
            <pc:docMk/>
            <pc:sldMk cId="0" sldId="300"/>
            <ac:spMk id="8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3:15:09.111" v="2990" actId="1038"/>
          <ac:spMkLst>
            <pc:docMk/>
            <pc:sldMk cId="0" sldId="300"/>
            <ac:spMk id="10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3:15:09.111" v="2990" actId="1038"/>
          <ac:spMkLst>
            <pc:docMk/>
            <pc:sldMk cId="0" sldId="300"/>
            <ac:spMk id="11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3:25:15.573" v="3332" actId="14100"/>
          <ac:spMkLst>
            <pc:docMk/>
            <pc:sldMk cId="0" sldId="300"/>
            <ac:spMk id="12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4:27:45.138" v="3631" actId="34135"/>
          <ac:spMkLst>
            <pc:docMk/>
            <pc:sldMk cId="0" sldId="300"/>
            <ac:spMk id="15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3:25:13.210" v="3331" actId="14100"/>
          <ac:spMkLst>
            <pc:docMk/>
            <pc:sldMk cId="0" sldId="300"/>
            <ac:spMk id="16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3:15:09.111" v="2990" actId="1038"/>
          <ac:spMkLst>
            <pc:docMk/>
            <pc:sldMk cId="0" sldId="300"/>
            <ac:spMk id="18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2:37:28.555" v="2552" actId="1035"/>
          <ac:spMkLst>
            <pc:docMk/>
            <pc:sldMk cId="0" sldId="300"/>
            <ac:spMk id="19" creationId="{00000000-0000-0000-0000-000000000000}"/>
          </ac:spMkLst>
        </pc:spChg>
        <pc:spChg chg="mod ord">
          <ac:chgData name="KONNEBALRAJU" userId="568288e1-7c46-4baa-a6cd-edb8617a19d4" providerId="ADAL" clId="{3D913C89-8A40-490F-8481-81AD36825FD1}" dt="2026-09-12T13:21:08.317" v="3279" actId="1038"/>
          <ac:spMkLst>
            <pc:docMk/>
            <pc:sldMk cId="0" sldId="300"/>
            <ac:spMk id="21" creationId="{00000000-0000-0000-0000-000000000000}"/>
          </ac:spMkLst>
        </pc:spChg>
        <pc:spChg chg="mod ord">
          <ac:chgData name="KONNEBALRAJU" userId="568288e1-7c46-4baa-a6cd-edb8617a19d4" providerId="ADAL" clId="{3D913C89-8A40-490F-8481-81AD36825FD1}" dt="2026-09-12T13:25:30.310" v="3337" actId="1036"/>
          <ac:spMkLst>
            <pc:docMk/>
            <pc:sldMk cId="0" sldId="300"/>
            <ac:spMk id="22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3:15:09.111" v="2990" actId="1038"/>
          <ac:spMkLst>
            <pc:docMk/>
            <pc:sldMk cId="0" sldId="300"/>
            <ac:spMk id="24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2:37:28.555" v="2552" actId="1035"/>
          <ac:spMkLst>
            <pc:docMk/>
            <pc:sldMk cId="0" sldId="300"/>
            <ac:spMk id="32" creationId="{00000000-0000-0000-0000-000000000000}"/>
          </ac:spMkLst>
        </pc:spChg>
        <pc:spChg chg="mod ord">
          <ac:chgData name="KONNEBALRAJU" userId="568288e1-7c46-4baa-a6cd-edb8617a19d4" providerId="ADAL" clId="{3D913C89-8A40-490F-8481-81AD36825FD1}" dt="2026-09-12T14:25:00.756" v="3623" actId="14100"/>
          <ac:spMkLst>
            <pc:docMk/>
            <pc:sldMk cId="0" sldId="300"/>
            <ac:spMk id="39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4:27:31.281" v="3630" actId="14100"/>
          <ac:spMkLst>
            <pc:docMk/>
            <pc:sldMk cId="0" sldId="300"/>
            <ac:spMk id="41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4:23:20.711" v="3604" actId="14100"/>
          <ac:spMkLst>
            <pc:docMk/>
            <pc:sldMk cId="0" sldId="300"/>
            <ac:spMk id="42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4:16:43.224" v="3563"/>
          <ac:spMkLst>
            <pc:docMk/>
            <pc:sldMk cId="0" sldId="300"/>
            <ac:spMk id="43" creationId="{00000000-0000-0000-0000-000000000000}"/>
          </ac:spMkLst>
        </pc:spChg>
        <pc:spChg chg="del">
          <ac:chgData name="KONNEBALRAJU" userId="568288e1-7c46-4baa-a6cd-edb8617a19d4" providerId="ADAL" clId="{3D913C89-8A40-490F-8481-81AD36825FD1}" dt="2026-09-12T14:13:17.136" v="3551" actId="478"/>
          <ac:spMkLst>
            <pc:docMk/>
            <pc:sldMk cId="0" sldId="300"/>
            <ac:spMk id="45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4:12:38.208" v="3538" actId="1035"/>
          <ac:spMkLst>
            <pc:docMk/>
            <pc:sldMk cId="0" sldId="300"/>
            <ac:spMk id="46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4:13:11.288" v="3550" actId="207"/>
          <ac:spMkLst>
            <pc:docMk/>
            <pc:sldMk cId="0" sldId="300"/>
            <ac:spMk id="47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4:27:45.138" v="3631" actId="34135"/>
          <ac:spMkLst>
            <pc:docMk/>
            <pc:sldMk cId="0" sldId="300"/>
            <ac:spMk id="52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2:45:12.810" v="2672" actId="14100"/>
          <ac:spMkLst>
            <pc:docMk/>
            <pc:sldMk cId="0" sldId="300"/>
            <ac:spMk id="53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4:25:09.637" v="3624" actId="14100"/>
          <ac:spMkLst>
            <pc:docMk/>
            <pc:sldMk cId="0" sldId="300"/>
            <ac:spMk id="54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4:21:06.190" v="3586" actId="207"/>
          <ac:spMkLst>
            <pc:docMk/>
            <pc:sldMk cId="0" sldId="300"/>
            <ac:spMk id="61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4:22:43.998" v="3599" actId="14100"/>
          <ac:spMkLst>
            <pc:docMk/>
            <pc:sldMk cId="0" sldId="300"/>
            <ac:spMk id="62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4:09:39.333" v="3513" actId="207"/>
          <ac:spMkLst>
            <pc:docMk/>
            <pc:sldMk cId="0" sldId="300"/>
            <ac:spMk id="64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4:27:45.138" v="3631" actId="34135"/>
          <ac:spMkLst>
            <pc:docMk/>
            <pc:sldMk cId="0" sldId="300"/>
            <ac:spMk id="65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2:37:28.555" v="2552" actId="1035"/>
          <ac:spMkLst>
            <pc:docMk/>
            <pc:sldMk cId="0" sldId="300"/>
            <ac:spMk id="67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4:24:18.190" v="3615" actId="14100"/>
          <ac:spMkLst>
            <pc:docMk/>
            <pc:sldMk cId="0" sldId="300"/>
            <ac:spMk id="68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4:23:24.261" v="3605" actId="14100"/>
          <ac:spMkLst>
            <pc:docMk/>
            <pc:sldMk cId="0" sldId="300"/>
            <ac:spMk id="71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2:58:38.126" v="2809" actId="2711"/>
          <ac:spMkLst>
            <pc:docMk/>
            <pc:sldMk cId="0" sldId="300"/>
            <ac:spMk id="74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4:07:23.337" v="3501" actId="207"/>
          <ac:spMkLst>
            <pc:docMk/>
            <pc:sldMk cId="0" sldId="300"/>
            <ac:spMk id="75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4:27:45.138" v="3631" actId="34135"/>
          <ac:spMkLst>
            <pc:docMk/>
            <pc:sldMk cId="0" sldId="300"/>
            <ac:spMk id="77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4:24:31.130" v="3618" actId="14100"/>
          <ac:spMkLst>
            <pc:docMk/>
            <pc:sldMk cId="0" sldId="300"/>
            <ac:spMk id="78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4:27:45.138" v="3631" actId="34135"/>
          <ac:spMkLst>
            <pc:docMk/>
            <pc:sldMk cId="0" sldId="300"/>
            <ac:spMk id="81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4:06:36.307" v="3497" actId="1037"/>
          <ac:spMkLst>
            <pc:docMk/>
            <pc:sldMk cId="0" sldId="300"/>
            <ac:spMk id="84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4:06:04.573" v="3488" actId="113"/>
          <ac:spMkLst>
            <pc:docMk/>
            <pc:sldMk cId="0" sldId="300"/>
            <ac:spMk id="85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4:22:20.771" v="3594" actId="14100"/>
          <ac:spMkLst>
            <pc:docMk/>
            <pc:sldMk cId="0" sldId="300"/>
            <ac:spMk id="88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4:05:27.402" v="3481" actId="114"/>
          <ac:spMkLst>
            <pc:docMk/>
            <pc:sldMk cId="0" sldId="300"/>
            <ac:spMk id="91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4:24:33.619" v="3619" actId="14100"/>
          <ac:spMkLst>
            <pc:docMk/>
            <pc:sldMk cId="0" sldId="300"/>
            <ac:spMk id="92" creationId="{00000000-0000-0000-0000-000000000000}"/>
          </ac:spMkLst>
        </pc:spChg>
        <pc:spChg chg="del">
          <ac:chgData name="KONNEBALRAJU" userId="568288e1-7c46-4baa-a6cd-edb8617a19d4" providerId="ADAL" clId="{3D913C89-8A40-490F-8481-81AD36825FD1}" dt="2026-09-12T14:02:56.909" v="3462" actId="478"/>
          <ac:spMkLst>
            <pc:docMk/>
            <pc:sldMk cId="0" sldId="300"/>
            <ac:spMk id="94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4:27:45.138" v="3631" actId="34135"/>
          <ac:spMkLst>
            <pc:docMk/>
            <pc:sldMk cId="0" sldId="300"/>
            <ac:spMk id="98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4:27:45.138" v="3631" actId="34135"/>
          <ac:spMkLst>
            <pc:docMk/>
            <pc:sldMk cId="0" sldId="300"/>
            <ac:spMk id="99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2:56:33.550" v="2782" actId="1036"/>
          <ac:spMkLst>
            <pc:docMk/>
            <pc:sldMk cId="0" sldId="300"/>
            <ac:spMk id="101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4:22:27.526" v="3595" actId="14100"/>
          <ac:spMkLst>
            <pc:docMk/>
            <pc:sldMk cId="0" sldId="300"/>
            <ac:spMk id="105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2:58:38.126" v="2809" actId="2711"/>
          <ac:spMkLst>
            <pc:docMk/>
            <pc:sldMk cId="0" sldId="300"/>
            <ac:spMk id="107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3:21:43.300" v="3290" actId="1035"/>
          <ac:spMkLst>
            <pc:docMk/>
            <pc:sldMk cId="0" sldId="300"/>
            <ac:spMk id="108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4:25:29.788" v="3626" actId="14100"/>
          <ac:spMkLst>
            <pc:docMk/>
            <pc:sldMk cId="0" sldId="300"/>
            <ac:spMk id="110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4:27:45.138" v="3631" actId="34135"/>
          <ac:spMkLst>
            <pc:docMk/>
            <pc:sldMk cId="0" sldId="300"/>
            <ac:spMk id="112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2:59:20.971" v="2813" actId="113"/>
          <ac:spMkLst>
            <pc:docMk/>
            <pc:sldMk cId="0" sldId="300"/>
            <ac:spMk id="113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2:37:53.026" v="2559" actId="403"/>
          <ac:spMkLst>
            <pc:docMk/>
            <pc:sldMk cId="0" sldId="300"/>
            <ac:spMk id="115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2:41:06.839" v="2591" actId="164"/>
          <ac:spMkLst>
            <pc:docMk/>
            <pc:sldMk cId="0" sldId="300"/>
            <ac:spMk id="120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2:41:29.874" v="2602" actId="164"/>
          <ac:spMkLst>
            <pc:docMk/>
            <pc:sldMk cId="0" sldId="300"/>
            <ac:spMk id="121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2:41:42.972" v="2607" actId="164"/>
          <ac:spMkLst>
            <pc:docMk/>
            <pc:sldMk cId="0" sldId="300"/>
            <ac:spMk id="122" creationId="{00000000-0000-0000-0000-000000000000}"/>
          </ac:spMkLst>
        </pc:spChg>
        <pc:spChg chg="add mod">
          <ac:chgData name="KONNEBALRAJU" userId="568288e1-7c46-4baa-a6cd-edb8617a19d4" providerId="ADAL" clId="{3D913C89-8A40-490F-8481-81AD36825FD1}" dt="2026-09-12T12:37:09.413" v="2515"/>
          <ac:spMkLst>
            <pc:docMk/>
            <pc:sldMk cId="0" sldId="300"/>
            <ac:spMk id="124" creationId="{0B4D52E2-27B1-95C2-7BF6-DF4924C0BAC6}"/>
          </ac:spMkLst>
        </pc:spChg>
        <pc:spChg chg="add mod">
          <ac:chgData name="KONNEBALRAJU" userId="568288e1-7c46-4baa-a6cd-edb8617a19d4" providerId="ADAL" clId="{3D913C89-8A40-490F-8481-81AD36825FD1}" dt="2026-09-12T12:37:09.413" v="2515"/>
          <ac:spMkLst>
            <pc:docMk/>
            <pc:sldMk cId="0" sldId="300"/>
            <ac:spMk id="125" creationId="{B7F4F14D-AE29-3819-ECD0-A042BA048AF0}"/>
          </ac:spMkLst>
        </pc:spChg>
        <pc:spChg chg="add mod">
          <ac:chgData name="KONNEBALRAJU" userId="568288e1-7c46-4baa-a6cd-edb8617a19d4" providerId="ADAL" clId="{3D913C89-8A40-490F-8481-81AD36825FD1}" dt="2026-09-12T13:03:52.908" v="2894" actId="555"/>
          <ac:spMkLst>
            <pc:docMk/>
            <pc:sldMk cId="0" sldId="300"/>
            <ac:spMk id="126" creationId="{2777420E-37C8-B31D-3521-C30484FFBBC1}"/>
          </ac:spMkLst>
        </pc:spChg>
        <pc:spChg chg="add mod">
          <ac:chgData name="KONNEBALRAJU" userId="568288e1-7c46-4baa-a6cd-edb8617a19d4" providerId="ADAL" clId="{3D913C89-8A40-490F-8481-81AD36825FD1}" dt="2026-09-12T13:04:06.721" v="2895" actId="207"/>
          <ac:spMkLst>
            <pc:docMk/>
            <pc:sldMk cId="0" sldId="300"/>
            <ac:spMk id="127" creationId="{7D5C27F2-B429-5B35-A374-73C037084ACB}"/>
          </ac:spMkLst>
        </pc:spChg>
        <pc:spChg chg="add mod">
          <ac:chgData name="KONNEBALRAJU" userId="568288e1-7c46-4baa-a6cd-edb8617a19d4" providerId="ADAL" clId="{3D913C89-8A40-490F-8481-81AD36825FD1}" dt="2026-09-12T12:37:09.413" v="2515"/>
          <ac:spMkLst>
            <pc:docMk/>
            <pc:sldMk cId="0" sldId="300"/>
            <ac:spMk id="128" creationId="{EBD2F3E3-BB58-CD76-06BD-BE5CAF5DC318}"/>
          </ac:spMkLst>
        </pc:spChg>
        <pc:spChg chg="add del mod">
          <ac:chgData name="KONNEBALRAJU" userId="568288e1-7c46-4baa-a6cd-edb8617a19d4" providerId="ADAL" clId="{3D913C89-8A40-490F-8481-81AD36825FD1}" dt="2026-09-12T12:37:13.661" v="2518"/>
          <ac:spMkLst>
            <pc:docMk/>
            <pc:sldMk cId="0" sldId="300"/>
            <ac:spMk id="130" creationId="{4DAECD40-AE22-4B29-57F7-3FB0E6162CF6}"/>
          </ac:spMkLst>
        </pc:spChg>
        <pc:spChg chg="add mod ord">
          <ac:chgData name="KONNEBALRAJU" userId="568288e1-7c46-4baa-a6cd-edb8617a19d4" providerId="ADAL" clId="{3D913C89-8A40-490F-8481-81AD36825FD1}" dt="2026-09-12T14:27:45.138" v="3631" actId="34135"/>
          <ac:spMkLst>
            <pc:docMk/>
            <pc:sldMk cId="0" sldId="300"/>
            <ac:spMk id="131" creationId="{986C57CF-2131-E7ED-010F-FBA4B05679A7}"/>
          </ac:spMkLst>
        </pc:spChg>
        <pc:spChg chg="add del mod ord">
          <ac:chgData name="KONNEBALRAJU" userId="568288e1-7c46-4baa-a6cd-edb8617a19d4" providerId="ADAL" clId="{3D913C89-8A40-490F-8481-81AD36825FD1}" dt="2026-09-12T13:15:42.269" v="2997" actId="14100"/>
          <ac:spMkLst>
            <pc:docMk/>
            <pc:sldMk cId="0" sldId="300"/>
            <ac:spMk id="136" creationId="{B08E98B5-072F-190C-3C1D-75FDB12C1557}"/>
          </ac:spMkLst>
        </pc:spChg>
        <pc:spChg chg="add del mod ord">
          <ac:chgData name="KONNEBALRAJU" userId="568288e1-7c46-4baa-a6cd-edb8617a19d4" providerId="ADAL" clId="{3D913C89-8A40-490F-8481-81AD36825FD1}" dt="2026-09-12T13:22:22.964" v="3299" actId="14100"/>
          <ac:spMkLst>
            <pc:docMk/>
            <pc:sldMk cId="0" sldId="300"/>
            <ac:spMk id="137" creationId="{EBB6C1B8-0408-C313-99B0-1C7B69EA509A}"/>
          </ac:spMkLst>
        </pc:spChg>
        <pc:spChg chg="add del">
          <ac:chgData name="KONNEBALRAJU" userId="568288e1-7c46-4baa-a6cd-edb8617a19d4" providerId="ADAL" clId="{3D913C89-8A40-490F-8481-81AD36825FD1}" dt="2026-09-12T12:52:40.149" v="2729" actId="11529"/>
          <ac:spMkLst>
            <pc:docMk/>
            <pc:sldMk cId="0" sldId="300"/>
            <ac:spMk id="138" creationId="{FCE1FB1D-358B-0155-3D49-0392A6F99A74}"/>
          </ac:spMkLst>
        </pc:spChg>
        <pc:spChg chg="add del mod ord">
          <ac:chgData name="KONNEBALRAJU" userId="568288e1-7c46-4baa-a6cd-edb8617a19d4" providerId="ADAL" clId="{3D913C89-8A40-490F-8481-81AD36825FD1}" dt="2026-09-12T13:23:14.590" v="3307" actId="14100"/>
          <ac:spMkLst>
            <pc:docMk/>
            <pc:sldMk cId="0" sldId="300"/>
            <ac:spMk id="139" creationId="{FE588B51-8FA3-75D8-E68D-67CD76827879}"/>
          </ac:spMkLst>
        </pc:spChg>
        <pc:spChg chg="add mod ord">
          <ac:chgData name="KONNEBALRAJU" userId="568288e1-7c46-4baa-a6cd-edb8617a19d4" providerId="ADAL" clId="{3D913C89-8A40-490F-8481-81AD36825FD1}" dt="2026-09-12T12:57:30.328" v="2803" actId="1035"/>
          <ac:spMkLst>
            <pc:docMk/>
            <pc:sldMk cId="0" sldId="300"/>
            <ac:spMk id="140" creationId="{33748F11-5AA5-1965-0892-8DBCA9B16933}"/>
          </ac:spMkLst>
        </pc:spChg>
        <pc:spChg chg="add mod ord">
          <ac:chgData name="KONNEBALRAJU" userId="568288e1-7c46-4baa-a6cd-edb8617a19d4" providerId="ADAL" clId="{3D913C89-8A40-490F-8481-81AD36825FD1}" dt="2026-09-12T13:24:16.410" v="3321" actId="14100"/>
          <ac:spMkLst>
            <pc:docMk/>
            <pc:sldMk cId="0" sldId="300"/>
            <ac:spMk id="141" creationId="{B1F3B323-1957-2D4A-9D9D-3EC1D0CF087D}"/>
          </ac:spMkLst>
        </pc:spChg>
        <pc:spChg chg="add mod ord">
          <ac:chgData name="KONNEBALRAJU" userId="568288e1-7c46-4baa-a6cd-edb8617a19d4" providerId="ADAL" clId="{3D913C89-8A40-490F-8481-81AD36825FD1}" dt="2026-09-12T13:18:58.173" v="3153" actId="166"/>
          <ac:spMkLst>
            <pc:docMk/>
            <pc:sldMk cId="0" sldId="300"/>
            <ac:spMk id="144" creationId="{FE0E6013-D82F-737D-D157-FA40AEFD3F23}"/>
          </ac:spMkLst>
        </pc:spChg>
        <pc:spChg chg="add del mod">
          <ac:chgData name="KONNEBALRAJU" userId="568288e1-7c46-4baa-a6cd-edb8617a19d4" providerId="ADAL" clId="{3D913C89-8A40-490F-8481-81AD36825FD1}" dt="2026-09-12T14:23:48.491" v="3607" actId="478"/>
          <ac:spMkLst>
            <pc:docMk/>
            <pc:sldMk cId="0" sldId="300"/>
            <ac:spMk id="145" creationId="{FBD4D08A-3979-8284-894C-30F80699A18C}"/>
          </ac:spMkLst>
        </pc:spChg>
        <pc:spChg chg="add mod">
          <ac:chgData name="KONNEBALRAJU" userId="568288e1-7c46-4baa-a6cd-edb8617a19d4" providerId="ADAL" clId="{3D913C89-8A40-490F-8481-81AD36825FD1}" dt="2026-09-12T14:04:16.150" v="3471" actId="2711"/>
          <ac:spMkLst>
            <pc:docMk/>
            <pc:sldMk cId="0" sldId="300"/>
            <ac:spMk id="146" creationId="{C6B0BE9A-043F-E730-6FAF-BBBF8AD8FA90}"/>
          </ac:spMkLst>
        </pc:spChg>
        <pc:spChg chg="add mod">
          <ac:chgData name="KONNEBALRAJU" userId="568288e1-7c46-4baa-a6cd-edb8617a19d4" providerId="ADAL" clId="{3D913C89-8A40-490F-8481-81AD36825FD1}" dt="2026-09-12T14:25:51.034" v="3628" actId="571"/>
          <ac:spMkLst>
            <pc:docMk/>
            <pc:sldMk cId="0" sldId="300"/>
            <ac:spMk id="154" creationId="{11189447-1445-5C17-340D-27332B413234}"/>
          </ac:spMkLst>
        </pc:spChg>
        <pc:grpChg chg="add mod">
          <ac:chgData name="KONNEBALRAJU" userId="568288e1-7c46-4baa-a6cd-edb8617a19d4" providerId="ADAL" clId="{3D913C89-8A40-490F-8481-81AD36825FD1}" dt="2026-09-12T12:59:32.724" v="2818" actId="1035"/>
          <ac:grpSpMkLst>
            <pc:docMk/>
            <pc:sldMk cId="0" sldId="300"/>
            <ac:grpSpMk id="133" creationId="{F39BF189-B28F-2CA6-15A2-D85573225F4E}"/>
          </ac:grpSpMkLst>
        </pc:grpChg>
        <pc:grpChg chg="add mod">
          <ac:chgData name="KONNEBALRAJU" userId="568288e1-7c46-4baa-a6cd-edb8617a19d4" providerId="ADAL" clId="{3D913C89-8A40-490F-8481-81AD36825FD1}" dt="2026-09-12T12:59:36.096" v="2821" actId="1035"/>
          <ac:grpSpMkLst>
            <pc:docMk/>
            <pc:sldMk cId="0" sldId="300"/>
            <ac:grpSpMk id="134" creationId="{2B8510AA-4C7D-C204-4D43-F377A48F0544}"/>
          </ac:grpSpMkLst>
        </pc:grpChg>
        <pc:grpChg chg="add mod">
          <ac:chgData name="KONNEBALRAJU" userId="568288e1-7c46-4baa-a6cd-edb8617a19d4" providerId="ADAL" clId="{3D913C89-8A40-490F-8481-81AD36825FD1}" dt="2026-09-12T12:59:38.733" v="2823" actId="1035"/>
          <ac:grpSpMkLst>
            <pc:docMk/>
            <pc:sldMk cId="0" sldId="300"/>
            <ac:grpSpMk id="135" creationId="{AC7FEA72-F30C-B10F-62D2-FB01F34D9020}"/>
          </ac:grpSpMkLst>
        </pc:grpChg>
        <pc:picChg chg="del">
          <ac:chgData name="KONNEBALRAJU" userId="568288e1-7c46-4baa-a6cd-edb8617a19d4" providerId="ADAL" clId="{3D913C89-8A40-490F-8481-81AD36825FD1}" dt="2026-09-12T12:36:30.245" v="2512" actId="478"/>
          <ac:picMkLst>
            <pc:docMk/>
            <pc:sldMk cId="0" sldId="300"/>
            <ac:picMk id="2" creationId="{00000000-0000-0000-0000-000000000000}"/>
          </ac:picMkLst>
        </pc:picChg>
        <pc:picChg chg="del">
          <ac:chgData name="KONNEBALRAJU" userId="568288e1-7c46-4baa-a6cd-edb8617a19d4" providerId="ADAL" clId="{3D913C89-8A40-490F-8481-81AD36825FD1}" dt="2026-09-12T12:53:39.029" v="2752" actId="478"/>
          <ac:picMkLst>
            <pc:docMk/>
            <pc:sldMk cId="0" sldId="300"/>
            <ac:picMk id="3" creationId="{00000000-0000-0000-0000-000000000000}"/>
          </ac:picMkLst>
        </pc:picChg>
        <pc:picChg chg="mod">
          <ac:chgData name="KONNEBALRAJU" userId="568288e1-7c46-4baa-a6cd-edb8617a19d4" providerId="ADAL" clId="{3D913C89-8A40-490F-8481-81AD36825FD1}" dt="2026-09-12T13:19:12.532" v="3166" actId="1035"/>
          <ac:picMkLst>
            <pc:docMk/>
            <pc:sldMk cId="0" sldId="300"/>
            <ac:picMk id="17" creationId="{00000000-0000-0000-0000-000000000000}"/>
          </ac:picMkLst>
        </pc:picChg>
        <pc:picChg chg="add del">
          <ac:chgData name="KONNEBALRAJU" userId="568288e1-7c46-4baa-a6cd-edb8617a19d4" providerId="ADAL" clId="{3D913C89-8A40-490F-8481-81AD36825FD1}" dt="2026-09-12T13:13:28.749" v="2948" actId="478"/>
          <ac:picMkLst>
            <pc:docMk/>
            <pc:sldMk cId="0" sldId="300"/>
            <ac:picMk id="20" creationId="{00000000-0000-0000-0000-000000000000}"/>
          </ac:picMkLst>
        </pc:picChg>
        <pc:picChg chg="del mod modCrop">
          <ac:chgData name="KONNEBALRAJU" userId="568288e1-7c46-4baa-a6cd-edb8617a19d4" providerId="ADAL" clId="{3D913C89-8A40-490F-8481-81AD36825FD1}" dt="2026-09-12T13:12:10.300" v="2935" actId="478"/>
          <ac:picMkLst>
            <pc:docMk/>
            <pc:sldMk cId="0" sldId="300"/>
            <ac:picMk id="26" creationId="{00000000-0000-0000-0000-000000000000}"/>
          </ac:picMkLst>
        </pc:picChg>
        <pc:picChg chg="mod modCrop">
          <ac:chgData name="KONNEBALRAJU" userId="568288e1-7c46-4baa-a6cd-edb8617a19d4" providerId="ADAL" clId="{3D913C89-8A40-490F-8481-81AD36825FD1}" dt="2026-09-12T13:16:15.809" v="3000" actId="732"/>
          <ac:picMkLst>
            <pc:docMk/>
            <pc:sldMk cId="0" sldId="300"/>
            <ac:picMk id="27" creationId="{00000000-0000-0000-0000-000000000000}"/>
          </ac:picMkLst>
        </pc:picChg>
        <pc:picChg chg="add del">
          <ac:chgData name="KONNEBALRAJU" userId="568288e1-7c46-4baa-a6cd-edb8617a19d4" providerId="ADAL" clId="{3D913C89-8A40-490F-8481-81AD36825FD1}" dt="2026-09-12T12:45:13.528" v="2674" actId="478"/>
          <ac:picMkLst>
            <pc:docMk/>
            <pc:sldMk cId="0" sldId="300"/>
            <ac:picMk id="38" creationId="{00000000-0000-0000-0000-000000000000}"/>
          </ac:picMkLst>
        </pc:picChg>
        <pc:picChg chg="del">
          <ac:chgData name="KONNEBALRAJU" userId="568288e1-7c46-4baa-a6cd-edb8617a19d4" providerId="ADAL" clId="{3D913C89-8A40-490F-8481-81AD36825FD1}" dt="2026-09-12T14:13:17.136" v="3551" actId="478"/>
          <ac:picMkLst>
            <pc:docMk/>
            <pc:sldMk cId="0" sldId="300"/>
            <ac:picMk id="44" creationId="{00000000-0000-0000-0000-000000000000}"/>
          </ac:picMkLst>
        </pc:picChg>
        <pc:picChg chg="mod">
          <ac:chgData name="KONNEBALRAJU" userId="568288e1-7c46-4baa-a6cd-edb8617a19d4" providerId="ADAL" clId="{3D913C89-8A40-490F-8481-81AD36825FD1}" dt="2026-09-12T14:23:18.305" v="3603" actId="14100"/>
          <ac:picMkLst>
            <pc:docMk/>
            <pc:sldMk cId="0" sldId="300"/>
            <ac:picMk id="50" creationId="{00000000-0000-0000-0000-000000000000}"/>
          </ac:picMkLst>
        </pc:picChg>
        <pc:picChg chg="mod">
          <ac:chgData name="KONNEBALRAJU" userId="568288e1-7c46-4baa-a6cd-edb8617a19d4" providerId="ADAL" clId="{3D913C89-8A40-490F-8481-81AD36825FD1}" dt="2026-09-12T14:16:43.224" v="3563"/>
          <ac:picMkLst>
            <pc:docMk/>
            <pc:sldMk cId="0" sldId="300"/>
            <ac:picMk id="51" creationId="{00000000-0000-0000-0000-000000000000}"/>
          </ac:picMkLst>
        </pc:picChg>
        <pc:picChg chg="del">
          <ac:chgData name="KONNEBALRAJU" userId="568288e1-7c46-4baa-a6cd-edb8617a19d4" providerId="ADAL" clId="{3D913C89-8A40-490F-8481-81AD36825FD1}" dt="2026-09-12T14:13:20.878" v="3552" actId="478"/>
          <ac:picMkLst>
            <pc:docMk/>
            <pc:sldMk cId="0" sldId="300"/>
            <ac:picMk id="63" creationId="{00000000-0000-0000-0000-000000000000}"/>
          </ac:picMkLst>
        </pc:picChg>
        <pc:picChg chg="del">
          <ac:chgData name="KONNEBALRAJU" userId="568288e1-7c46-4baa-a6cd-edb8617a19d4" providerId="ADAL" clId="{3D913C89-8A40-490F-8481-81AD36825FD1}" dt="2026-09-12T14:08:26.629" v="3506" actId="478"/>
          <ac:picMkLst>
            <pc:docMk/>
            <pc:sldMk cId="0" sldId="300"/>
            <ac:picMk id="73" creationId="{00000000-0000-0000-0000-000000000000}"/>
          </ac:picMkLst>
        </pc:picChg>
        <pc:picChg chg="del">
          <ac:chgData name="KONNEBALRAJU" userId="568288e1-7c46-4baa-a6cd-edb8617a19d4" providerId="ADAL" clId="{3D913C89-8A40-490F-8481-81AD36825FD1}" dt="2026-09-12T14:05:35.041" v="3482" actId="478"/>
          <ac:picMkLst>
            <pc:docMk/>
            <pc:sldMk cId="0" sldId="300"/>
            <ac:picMk id="90" creationId="{00000000-0000-0000-0000-000000000000}"/>
          </ac:picMkLst>
        </pc:picChg>
        <pc:picChg chg="add del mod">
          <ac:chgData name="KONNEBALRAJU" userId="568288e1-7c46-4baa-a6cd-edb8617a19d4" providerId="ADAL" clId="{3D913C89-8A40-490F-8481-81AD36825FD1}" dt="2026-09-12T12:45:31.558" v="2687" actId="478"/>
          <ac:picMkLst>
            <pc:docMk/>
            <pc:sldMk cId="0" sldId="300"/>
            <ac:picMk id="102" creationId="{00000000-0000-0000-0000-000000000000}"/>
          </ac:picMkLst>
        </pc:picChg>
        <pc:picChg chg="mod ord">
          <ac:chgData name="KONNEBALRAJU" userId="568288e1-7c46-4baa-a6cd-edb8617a19d4" providerId="ADAL" clId="{3D913C89-8A40-490F-8481-81AD36825FD1}" dt="2026-09-12T12:57:30.328" v="2803" actId="1035"/>
          <ac:picMkLst>
            <pc:docMk/>
            <pc:sldMk cId="0" sldId="300"/>
            <ac:picMk id="103" creationId="{00000000-0000-0000-0000-000000000000}"/>
          </ac:picMkLst>
        </pc:picChg>
        <pc:picChg chg="add del mod modCrop">
          <ac:chgData name="KONNEBALRAJU" userId="568288e1-7c46-4baa-a6cd-edb8617a19d4" providerId="ADAL" clId="{3D913C89-8A40-490F-8481-81AD36825FD1}" dt="2026-09-12T12:39:16.904" v="2573" actId="478"/>
          <ac:picMkLst>
            <pc:docMk/>
            <pc:sldMk cId="0" sldId="300"/>
            <ac:picMk id="104" creationId="{00000000-0000-0000-0000-000000000000}"/>
          </ac:picMkLst>
        </pc:picChg>
        <pc:picChg chg="mod">
          <ac:chgData name="KONNEBALRAJU" userId="568288e1-7c46-4baa-a6cd-edb8617a19d4" providerId="ADAL" clId="{3D913C89-8A40-490F-8481-81AD36825FD1}" dt="2026-09-12T14:03:54.636" v="3468" actId="1076"/>
          <ac:picMkLst>
            <pc:docMk/>
            <pc:sldMk cId="0" sldId="300"/>
            <ac:picMk id="111" creationId="{00000000-0000-0000-0000-000000000000}"/>
          </ac:picMkLst>
        </pc:picChg>
        <pc:picChg chg="mod modCrop">
          <ac:chgData name="KONNEBALRAJU" userId="568288e1-7c46-4baa-a6cd-edb8617a19d4" providerId="ADAL" clId="{3D913C89-8A40-490F-8481-81AD36825FD1}" dt="2026-09-12T12:46:36.382" v="2700" actId="14100"/>
          <ac:picMkLst>
            <pc:docMk/>
            <pc:sldMk cId="0" sldId="300"/>
            <ac:picMk id="116" creationId="{00000000-0000-0000-0000-000000000000}"/>
          </ac:picMkLst>
        </pc:picChg>
        <pc:picChg chg="mod">
          <ac:chgData name="KONNEBALRAJU" userId="568288e1-7c46-4baa-a6cd-edb8617a19d4" providerId="ADAL" clId="{3D913C89-8A40-490F-8481-81AD36825FD1}" dt="2026-09-12T12:41:06.839" v="2591" actId="164"/>
          <ac:picMkLst>
            <pc:docMk/>
            <pc:sldMk cId="0" sldId="300"/>
            <ac:picMk id="117" creationId="{00000000-0000-0000-0000-000000000000}"/>
          </ac:picMkLst>
        </pc:picChg>
        <pc:picChg chg="mod">
          <ac:chgData name="KONNEBALRAJU" userId="568288e1-7c46-4baa-a6cd-edb8617a19d4" providerId="ADAL" clId="{3D913C89-8A40-490F-8481-81AD36825FD1}" dt="2026-09-12T12:41:29.874" v="2602" actId="164"/>
          <ac:picMkLst>
            <pc:docMk/>
            <pc:sldMk cId="0" sldId="300"/>
            <ac:picMk id="118" creationId="{00000000-0000-0000-0000-000000000000}"/>
          </ac:picMkLst>
        </pc:picChg>
        <pc:picChg chg="mod">
          <ac:chgData name="KONNEBALRAJU" userId="568288e1-7c46-4baa-a6cd-edb8617a19d4" providerId="ADAL" clId="{3D913C89-8A40-490F-8481-81AD36825FD1}" dt="2026-09-12T12:41:42.972" v="2607" actId="164"/>
          <ac:picMkLst>
            <pc:docMk/>
            <pc:sldMk cId="0" sldId="300"/>
            <ac:picMk id="119" creationId="{00000000-0000-0000-0000-000000000000}"/>
          </ac:picMkLst>
        </pc:picChg>
        <pc:picChg chg="add mod">
          <ac:chgData name="KONNEBALRAJU" userId="568288e1-7c46-4baa-a6cd-edb8617a19d4" providerId="ADAL" clId="{3D913C89-8A40-490F-8481-81AD36825FD1}" dt="2026-09-12T12:37:09.413" v="2515"/>
          <ac:picMkLst>
            <pc:docMk/>
            <pc:sldMk cId="0" sldId="300"/>
            <ac:picMk id="129" creationId="{6F7506A8-C1A2-20A2-4CAF-929C3123C750}"/>
          </ac:picMkLst>
        </pc:picChg>
        <pc:picChg chg="add mod ord">
          <ac:chgData name="KONNEBALRAJU" userId="568288e1-7c46-4baa-a6cd-edb8617a19d4" providerId="ADAL" clId="{3D913C89-8A40-490F-8481-81AD36825FD1}" dt="2026-09-12T13:19:47.201" v="3250" actId="1036"/>
          <ac:picMkLst>
            <pc:docMk/>
            <pc:sldMk cId="0" sldId="300"/>
            <ac:picMk id="143" creationId="{48D444F9-E939-8D6D-D538-4425695077E4}"/>
          </ac:picMkLst>
        </pc:picChg>
        <pc:picChg chg="add mod">
          <ac:chgData name="KONNEBALRAJU" userId="568288e1-7c46-4baa-a6cd-edb8617a19d4" providerId="ADAL" clId="{3D913C89-8A40-490F-8481-81AD36825FD1}" dt="2026-09-12T14:04:06.320" v="3470" actId="1076"/>
          <ac:picMkLst>
            <pc:docMk/>
            <pc:sldMk cId="0" sldId="300"/>
            <ac:picMk id="148" creationId="{FE0F2D6D-219E-E92E-1F86-F8DDD9DE749E}"/>
          </ac:picMkLst>
        </pc:picChg>
        <pc:picChg chg="add mod">
          <ac:chgData name="KONNEBALRAJU" userId="568288e1-7c46-4baa-a6cd-edb8617a19d4" providerId="ADAL" clId="{3D913C89-8A40-490F-8481-81AD36825FD1}" dt="2026-09-12T14:16:46.917" v="3564"/>
          <ac:picMkLst>
            <pc:docMk/>
            <pc:sldMk cId="0" sldId="300"/>
            <ac:picMk id="149" creationId="{D5D74B7D-9455-518D-8821-15F03B0FB112}"/>
          </ac:picMkLst>
        </pc:picChg>
        <pc:picChg chg="add mod">
          <ac:chgData name="KONNEBALRAJU" userId="568288e1-7c46-4baa-a6cd-edb8617a19d4" providerId="ADAL" clId="{3D913C89-8A40-490F-8481-81AD36825FD1}" dt="2026-09-12T14:16:34.169" v="3562"/>
          <ac:picMkLst>
            <pc:docMk/>
            <pc:sldMk cId="0" sldId="300"/>
            <ac:picMk id="150" creationId="{06311879-CD02-7DD5-0CA9-E6C0983C5ACF}"/>
          </ac:picMkLst>
        </pc:picChg>
        <pc:picChg chg="add mod modCrop">
          <ac:chgData name="KONNEBALRAJU" userId="568288e1-7c46-4baa-a6cd-edb8617a19d4" providerId="ADAL" clId="{3D913C89-8A40-490F-8481-81AD36825FD1}" dt="2026-09-12T14:18:38.514" v="3572"/>
          <ac:picMkLst>
            <pc:docMk/>
            <pc:sldMk cId="0" sldId="300"/>
            <ac:picMk id="151" creationId="{788F5A1F-1702-13B1-A545-CDA0FBB8F09A}"/>
          </ac:picMkLst>
        </pc:picChg>
        <pc:picChg chg="add mod modCrop">
          <ac:chgData name="KONNEBALRAJU" userId="568288e1-7c46-4baa-a6cd-edb8617a19d4" providerId="ADAL" clId="{3D913C89-8A40-490F-8481-81AD36825FD1}" dt="2026-09-12T14:20:45.904" v="3584"/>
          <ac:picMkLst>
            <pc:docMk/>
            <pc:sldMk cId="0" sldId="300"/>
            <ac:picMk id="153" creationId="{B7056519-4633-04B1-EDC7-73227ADD0E27}"/>
          </ac:picMkLst>
        </pc:picChg>
      </pc:sldChg>
      <pc:sldChg chg="del">
        <pc:chgData name="KONNEBALRAJU" userId="568288e1-7c46-4baa-a6cd-edb8617a19d4" providerId="ADAL" clId="{3D913C89-8A40-490F-8481-81AD36825FD1}" dt="2026-09-12T10:50:16.919" v="1262" actId="47"/>
        <pc:sldMkLst>
          <pc:docMk/>
          <pc:sldMk cId="3910469043" sldId="300"/>
        </pc:sldMkLst>
      </pc:sldChg>
      <pc:sldChg chg="addSp delSp modSp mod">
        <pc:chgData name="KONNEBALRAJU" userId="568288e1-7c46-4baa-a6cd-edb8617a19d4" providerId="ADAL" clId="{3D913C89-8A40-490F-8481-81AD36825FD1}" dt="2026-09-12T15:16:45.865" v="4074" actId="1076"/>
        <pc:sldMkLst>
          <pc:docMk/>
          <pc:sldMk cId="2583585445" sldId="301"/>
        </pc:sldMkLst>
        <pc:spChg chg="del">
          <ac:chgData name="KONNEBALRAJU" userId="568288e1-7c46-4baa-a6cd-edb8617a19d4" providerId="ADAL" clId="{3D913C89-8A40-490F-8481-81AD36825FD1}" dt="2026-09-12T14:52:33.784" v="3706" actId="478"/>
          <ac:spMkLst>
            <pc:docMk/>
            <pc:sldMk cId="2583585445" sldId="301"/>
            <ac:spMk id="2" creationId="{00000000-0000-0000-0000-000000000000}"/>
          </ac:spMkLst>
        </pc:spChg>
        <pc:spChg chg="del">
          <ac:chgData name="KONNEBALRAJU" userId="568288e1-7c46-4baa-a6cd-edb8617a19d4" providerId="ADAL" clId="{3D913C89-8A40-490F-8481-81AD36825FD1}" dt="2026-09-12T15:12:03.257" v="4032" actId="478"/>
          <ac:spMkLst>
            <pc:docMk/>
            <pc:sldMk cId="2583585445" sldId="301"/>
            <ac:spMk id="4" creationId="{00000000-0000-0000-0000-000000000000}"/>
          </ac:spMkLst>
        </pc:spChg>
        <pc:spChg chg="del">
          <ac:chgData name="KONNEBALRAJU" userId="568288e1-7c46-4baa-a6cd-edb8617a19d4" providerId="ADAL" clId="{3D913C89-8A40-490F-8481-81AD36825FD1}" dt="2026-09-12T15:12:03.257" v="4032" actId="478"/>
          <ac:spMkLst>
            <pc:docMk/>
            <pc:sldMk cId="2583585445" sldId="301"/>
            <ac:spMk id="5" creationId="{00000000-0000-0000-0000-000000000000}"/>
          </ac:spMkLst>
        </pc:spChg>
        <pc:spChg chg="del">
          <ac:chgData name="KONNEBALRAJU" userId="568288e1-7c46-4baa-a6cd-edb8617a19d4" providerId="ADAL" clId="{3D913C89-8A40-490F-8481-81AD36825FD1}" dt="2026-09-12T15:12:03.257" v="4032" actId="478"/>
          <ac:spMkLst>
            <pc:docMk/>
            <pc:sldMk cId="2583585445" sldId="301"/>
            <ac:spMk id="6" creationId="{00000000-0000-0000-0000-000000000000}"/>
          </ac:spMkLst>
        </pc:spChg>
        <pc:spChg chg="del">
          <ac:chgData name="KONNEBALRAJU" userId="568288e1-7c46-4baa-a6cd-edb8617a19d4" providerId="ADAL" clId="{3D913C89-8A40-490F-8481-81AD36825FD1}" dt="2026-09-12T15:12:03.257" v="4032" actId="478"/>
          <ac:spMkLst>
            <pc:docMk/>
            <pc:sldMk cId="2583585445" sldId="301"/>
            <ac:spMk id="7" creationId="{00000000-0000-0000-0000-000000000000}"/>
          </ac:spMkLst>
        </pc:spChg>
        <pc:spChg chg="del">
          <ac:chgData name="KONNEBALRAJU" userId="568288e1-7c46-4baa-a6cd-edb8617a19d4" providerId="ADAL" clId="{3D913C89-8A40-490F-8481-81AD36825FD1}" dt="2026-09-12T15:12:03.257" v="4032" actId="478"/>
          <ac:spMkLst>
            <pc:docMk/>
            <pc:sldMk cId="2583585445" sldId="301"/>
            <ac:spMk id="8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5:11:23.325" v="4005" actId="255"/>
          <ac:spMkLst>
            <pc:docMk/>
            <pc:sldMk cId="2583585445" sldId="301"/>
            <ac:spMk id="12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5:10:42.845" v="3994" actId="20577"/>
          <ac:spMkLst>
            <pc:docMk/>
            <pc:sldMk cId="2583585445" sldId="301"/>
            <ac:spMk id="18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5:10:24.093" v="3988" actId="14100"/>
          <ac:spMkLst>
            <pc:docMk/>
            <pc:sldMk cId="2583585445" sldId="301"/>
            <ac:spMk id="22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5:10:08.174" v="3985" actId="255"/>
          <ac:spMkLst>
            <pc:docMk/>
            <pc:sldMk cId="2583585445" sldId="301"/>
            <ac:spMk id="25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5:10:04.185" v="3984" actId="14100"/>
          <ac:spMkLst>
            <pc:docMk/>
            <pc:sldMk cId="2583585445" sldId="301"/>
            <ac:spMk id="28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5:10:01.154" v="3983" actId="255"/>
          <ac:spMkLst>
            <pc:docMk/>
            <pc:sldMk cId="2583585445" sldId="301"/>
            <ac:spMk id="29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5:09:37.618" v="3979" actId="14100"/>
          <ac:spMkLst>
            <pc:docMk/>
            <pc:sldMk cId="2583585445" sldId="301"/>
            <ac:spMk id="32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5:09:07.743" v="3969" actId="255"/>
          <ac:spMkLst>
            <pc:docMk/>
            <pc:sldMk cId="2583585445" sldId="301"/>
            <ac:spMk id="35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5:09:23.299" v="3975" actId="14100"/>
          <ac:spMkLst>
            <pc:docMk/>
            <pc:sldMk cId="2583585445" sldId="301"/>
            <ac:spMk id="36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5:11:41.881" v="4012" actId="113"/>
          <ac:spMkLst>
            <pc:docMk/>
            <pc:sldMk cId="2583585445" sldId="301"/>
            <ac:spMk id="39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5:11:12.507" v="4004" actId="122"/>
          <ac:spMkLst>
            <pc:docMk/>
            <pc:sldMk cId="2583585445" sldId="301"/>
            <ac:spMk id="43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5:03:16.378" v="3900" actId="1076"/>
          <ac:spMkLst>
            <pc:docMk/>
            <pc:sldMk cId="2583585445" sldId="301"/>
            <ac:spMk id="44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5:14:36.512" v="4055" actId="114"/>
          <ac:spMkLst>
            <pc:docMk/>
            <pc:sldMk cId="2583585445" sldId="301"/>
            <ac:spMk id="57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5:15:04.567" v="4058" actId="14100"/>
          <ac:spMkLst>
            <pc:docMk/>
            <pc:sldMk cId="2583585445" sldId="301"/>
            <ac:spMk id="58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5:14:43.522" v="4056" actId="14100"/>
          <ac:spMkLst>
            <pc:docMk/>
            <pc:sldMk cId="2583585445" sldId="301"/>
            <ac:spMk id="62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5:03:06.604" v="3897" actId="14100"/>
          <ac:spMkLst>
            <pc:docMk/>
            <pc:sldMk cId="2583585445" sldId="301"/>
            <ac:spMk id="63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5:14:36.512" v="4055" actId="114"/>
          <ac:spMkLst>
            <pc:docMk/>
            <pc:sldMk cId="2583585445" sldId="301"/>
            <ac:spMk id="67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5:03:03.703" v="3896" actId="14100"/>
          <ac:spMkLst>
            <pc:docMk/>
            <pc:sldMk cId="2583585445" sldId="301"/>
            <ac:spMk id="68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5:15:27.412" v="4064" actId="122"/>
          <ac:spMkLst>
            <pc:docMk/>
            <pc:sldMk cId="2583585445" sldId="301"/>
            <ac:spMk id="75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5:15:17.219" v="4062" actId="20577"/>
          <ac:spMkLst>
            <pc:docMk/>
            <pc:sldMk cId="2583585445" sldId="301"/>
            <ac:spMk id="77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5:02:58.232" v="3894" actId="14100"/>
          <ac:spMkLst>
            <pc:docMk/>
            <pc:sldMk cId="2583585445" sldId="301"/>
            <ac:spMk id="78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5:14:36.512" v="4055" actId="114"/>
          <ac:spMkLst>
            <pc:docMk/>
            <pc:sldMk cId="2583585445" sldId="301"/>
            <ac:spMk id="79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5:03:01.042" v="3895" actId="14100"/>
          <ac:spMkLst>
            <pc:docMk/>
            <pc:sldMk cId="2583585445" sldId="301"/>
            <ac:spMk id="80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4:54:18.903" v="3723" actId="403"/>
          <ac:spMkLst>
            <pc:docMk/>
            <pc:sldMk cId="2583585445" sldId="301"/>
            <ac:spMk id="91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5:13:33.211" v="4047" actId="255"/>
          <ac:spMkLst>
            <pc:docMk/>
            <pc:sldMk cId="2583585445" sldId="301"/>
            <ac:spMk id="93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5:13:16.925" v="4044" actId="14100"/>
          <ac:spMkLst>
            <pc:docMk/>
            <pc:sldMk cId="2583585445" sldId="301"/>
            <ac:spMk id="96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5:13:24.542" v="4045" actId="255"/>
          <ac:spMkLst>
            <pc:docMk/>
            <pc:sldMk cId="2583585445" sldId="301"/>
            <ac:spMk id="98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5:05:52.943" v="3935" actId="255"/>
          <ac:spMkLst>
            <pc:docMk/>
            <pc:sldMk cId="2583585445" sldId="301"/>
            <ac:spMk id="100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5:07:10.600" v="3949" actId="114"/>
          <ac:spMkLst>
            <pc:docMk/>
            <pc:sldMk cId="2583585445" sldId="301"/>
            <ac:spMk id="101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5:15:51.926" v="4070" actId="1036"/>
          <ac:spMkLst>
            <pc:docMk/>
            <pc:sldMk cId="2583585445" sldId="301"/>
            <ac:spMk id="102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5:14:00.538" v="4052" actId="14100"/>
          <ac:spMkLst>
            <pc:docMk/>
            <pc:sldMk cId="2583585445" sldId="301"/>
            <ac:spMk id="103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5:13:42.833" v="4049" actId="14100"/>
          <ac:spMkLst>
            <pc:docMk/>
            <pc:sldMk cId="2583585445" sldId="301"/>
            <ac:spMk id="104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4:58:41.187" v="3806" actId="1036"/>
          <ac:spMkLst>
            <pc:docMk/>
            <pc:sldMk cId="2583585445" sldId="301"/>
            <ac:spMk id="110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4:55:53.618" v="3741" actId="2711"/>
          <ac:spMkLst>
            <pc:docMk/>
            <pc:sldMk cId="2583585445" sldId="301"/>
            <ac:spMk id="111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4:56:21.225" v="3749" actId="1076"/>
          <ac:spMkLst>
            <pc:docMk/>
            <pc:sldMk cId="2583585445" sldId="301"/>
            <ac:spMk id="112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4:57:46.362" v="3785" actId="20577"/>
          <ac:spMkLst>
            <pc:docMk/>
            <pc:sldMk cId="2583585445" sldId="301"/>
            <ac:spMk id="116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4:58:01.907" v="3793" actId="122"/>
          <ac:spMkLst>
            <pc:docMk/>
            <pc:sldMk cId="2583585445" sldId="301"/>
            <ac:spMk id="117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4:56:14.952" v="3747" actId="14100"/>
          <ac:spMkLst>
            <pc:docMk/>
            <pc:sldMk cId="2583585445" sldId="301"/>
            <ac:spMk id="118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4:56:11.436" v="3746" actId="20577"/>
          <ac:spMkLst>
            <pc:docMk/>
            <pc:sldMk cId="2583585445" sldId="301"/>
            <ac:spMk id="124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5:07:16.583" v="3951" actId="114"/>
          <ac:spMkLst>
            <pc:docMk/>
            <pc:sldMk cId="2583585445" sldId="301"/>
            <ac:spMk id="131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5:05:58.150" v="3936" actId="14100"/>
          <ac:spMkLst>
            <pc:docMk/>
            <pc:sldMk cId="2583585445" sldId="301"/>
            <ac:spMk id="132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5:00:09.087" v="3815" actId="207"/>
          <ac:spMkLst>
            <pc:docMk/>
            <pc:sldMk cId="2583585445" sldId="301"/>
            <ac:spMk id="141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5:00:09.087" v="3815" actId="207"/>
          <ac:spMkLst>
            <pc:docMk/>
            <pc:sldMk cId="2583585445" sldId="301"/>
            <ac:spMk id="142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5:00:09.087" v="3815" actId="207"/>
          <ac:spMkLst>
            <pc:docMk/>
            <pc:sldMk cId="2583585445" sldId="301"/>
            <ac:spMk id="143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4:58:57.686" v="3809" actId="14100"/>
          <ac:spMkLst>
            <pc:docMk/>
            <pc:sldMk cId="2583585445" sldId="301"/>
            <ac:spMk id="144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4:59:41.318" v="3813" actId="1076"/>
          <ac:spMkLst>
            <pc:docMk/>
            <pc:sldMk cId="2583585445" sldId="301"/>
            <ac:spMk id="145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5:00:09.087" v="3815" actId="207"/>
          <ac:spMkLst>
            <pc:docMk/>
            <pc:sldMk cId="2583585445" sldId="301"/>
            <ac:spMk id="149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5:00:09.087" v="3815" actId="207"/>
          <ac:spMkLst>
            <pc:docMk/>
            <pc:sldMk cId="2583585445" sldId="301"/>
            <ac:spMk id="150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5:00:09.087" v="3815" actId="207"/>
          <ac:spMkLst>
            <pc:docMk/>
            <pc:sldMk cId="2583585445" sldId="301"/>
            <ac:spMk id="151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4:58:55.096" v="3808" actId="14100"/>
          <ac:spMkLst>
            <pc:docMk/>
            <pc:sldMk cId="2583585445" sldId="301"/>
            <ac:spMk id="152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5:07:24.845" v="3954" actId="114"/>
          <ac:spMkLst>
            <pc:docMk/>
            <pc:sldMk cId="2583585445" sldId="301"/>
            <ac:spMk id="155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5:06:00.538" v="3937" actId="14100"/>
          <ac:spMkLst>
            <pc:docMk/>
            <pc:sldMk cId="2583585445" sldId="301"/>
            <ac:spMk id="156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5:04:11.202" v="3907" actId="1036"/>
          <ac:spMkLst>
            <pc:docMk/>
            <pc:sldMk cId="2583585445" sldId="301"/>
            <ac:spMk id="162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5:02:01.956" v="3887" actId="1037"/>
          <ac:spMkLst>
            <pc:docMk/>
            <pc:sldMk cId="2583585445" sldId="301"/>
            <ac:spMk id="163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5:01:25.080" v="3868" actId="5793"/>
          <ac:spMkLst>
            <pc:docMk/>
            <pc:sldMk cId="2583585445" sldId="301"/>
            <ac:spMk id="168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5:01:54.324" v="3877" actId="14100"/>
          <ac:spMkLst>
            <pc:docMk/>
            <pc:sldMk cId="2583585445" sldId="301"/>
            <ac:spMk id="169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5:02:34.078" v="3892" actId="1076"/>
          <ac:spMkLst>
            <pc:docMk/>
            <pc:sldMk cId="2583585445" sldId="301"/>
            <ac:spMk id="170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5:02:21.416" v="3890" actId="14100"/>
          <ac:spMkLst>
            <pc:docMk/>
            <pc:sldMk cId="2583585445" sldId="301"/>
            <ac:spMk id="173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5:01:50.732" v="3876" actId="14100"/>
          <ac:spMkLst>
            <pc:docMk/>
            <pc:sldMk cId="2583585445" sldId="301"/>
            <ac:spMk id="174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5:07:32.063" v="3956" actId="113"/>
          <ac:spMkLst>
            <pc:docMk/>
            <pc:sldMk cId="2583585445" sldId="301"/>
            <ac:spMk id="178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5:04:49.906" v="3917" actId="14100"/>
          <ac:spMkLst>
            <pc:docMk/>
            <pc:sldMk cId="2583585445" sldId="301"/>
            <ac:spMk id="179" creationId="{00000000-0000-0000-0000-000000000000}"/>
          </ac:spMkLst>
        </pc:spChg>
        <pc:spChg chg="del">
          <ac:chgData name="KONNEBALRAJU" userId="568288e1-7c46-4baa-a6cd-edb8617a19d4" providerId="ADAL" clId="{3D913C89-8A40-490F-8481-81AD36825FD1}" dt="2026-09-12T14:52:37.578" v="3707" actId="478"/>
          <ac:spMkLst>
            <pc:docMk/>
            <pc:sldMk cId="2583585445" sldId="301"/>
            <ac:spMk id="185" creationId="{00000000-0000-0000-0000-000000000000}"/>
          </ac:spMkLst>
        </pc:spChg>
        <pc:spChg chg="del">
          <ac:chgData name="KONNEBALRAJU" userId="568288e1-7c46-4baa-a6cd-edb8617a19d4" providerId="ADAL" clId="{3D913C89-8A40-490F-8481-81AD36825FD1}" dt="2026-09-12T14:52:37.578" v="3707" actId="478"/>
          <ac:spMkLst>
            <pc:docMk/>
            <pc:sldMk cId="2583585445" sldId="301"/>
            <ac:spMk id="188" creationId="{00000000-0000-0000-0000-000000000000}"/>
          </ac:spMkLst>
        </pc:spChg>
        <pc:spChg chg="del">
          <ac:chgData name="KONNEBALRAJU" userId="568288e1-7c46-4baa-a6cd-edb8617a19d4" providerId="ADAL" clId="{3D913C89-8A40-490F-8481-81AD36825FD1}" dt="2026-09-12T14:52:37.578" v="3707" actId="478"/>
          <ac:spMkLst>
            <pc:docMk/>
            <pc:sldMk cId="2583585445" sldId="301"/>
            <ac:spMk id="190" creationId="{00000000-0000-0000-0000-000000000000}"/>
          </ac:spMkLst>
        </pc:spChg>
        <pc:spChg chg="del">
          <ac:chgData name="KONNEBALRAJU" userId="568288e1-7c46-4baa-a6cd-edb8617a19d4" providerId="ADAL" clId="{3D913C89-8A40-490F-8481-81AD36825FD1}" dt="2026-09-12T14:52:37.578" v="3707" actId="478"/>
          <ac:spMkLst>
            <pc:docMk/>
            <pc:sldMk cId="2583585445" sldId="301"/>
            <ac:spMk id="192" creationId="{00000000-0000-0000-0000-000000000000}"/>
          </ac:spMkLst>
        </pc:spChg>
        <pc:spChg chg="del">
          <ac:chgData name="KONNEBALRAJU" userId="568288e1-7c46-4baa-a6cd-edb8617a19d4" providerId="ADAL" clId="{3D913C89-8A40-490F-8481-81AD36825FD1}" dt="2026-09-12T14:52:37.578" v="3707" actId="478"/>
          <ac:spMkLst>
            <pc:docMk/>
            <pc:sldMk cId="2583585445" sldId="301"/>
            <ac:spMk id="194" creationId="{00000000-0000-0000-0000-000000000000}"/>
          </ac:spMkLst>
        </pc:spChg>
        <pc:spChg chg="del">
          <ac:chgData name="KONNEBALRAJU" userId="568288e1-7c46-4baa-a6cd-edb8617a19d4" providerId="ADAL" clId="{3D913C89-8A40-490F-8481-81AD36825FD1}" dt="2026-09-12T14:52:37.578" v="3707" actId="478"/>
          <ac:spMkLst>
            <pc:docMk/>
            <pc:sldMk cId="2583585445" sldId="301"/>
            <ac:spMk id="195" creationId="{00000000-0000-0000-0000-000000000000}"/>
          </ac:spMkLst>
        </pc:spChg>
        <pc:spChg chg="del">
          <ac:chgData name="KONNEBALRAJU" userId="568288e1-7c46-4baa-a6cd-edb8617a19d4" providerId="ADAL" clId="{3D913C89-8A40-490F-8481-81AD36825FD1}" dt="2026-09-12T14:52:37.578" v="3707" actId="478"/>
          <ac:spMkLst>
            <pc:docMk/>
            <pc:sldMk cId="2583585445" sldId="301"/>
            <ac:spMk id="196" creationId="{00000000-0000-0000-0000-000000000000}"/>
          </ac:spMkLst>
        </pc:spChg>
        <pc:spChg chg="del">
          <ac:chgData name="KONNEBALRAJU" userId="568288e1-7c46-4baa-a6cd-edb8617a19d4" providerId="ADAL" clId="{3D913C89-8A40-490F-8481-81AD36825FD1}" dt="2026-09-12T14:52:37.578" v="3707" actId="478"/>
          <ac:spMkLst>
            <pc:docMk/>
            <pc:sldMk cId="2583585445" sldId="301"/>
            <ac:spMk id="197" creationId="{00000000-0000-0000-0000-000000000000}"/>
          </ac:spMkLst>
        </pc:spChg>
        <pc:spChg chg="del">
          <ac:chgData name="KONNEBALRAJU" userId="568288e1-7c46-4baa-a6cd-edb8617a19d4" providerId="ADAL" clId="{3D913C89-8A40-490F-8481-81AD36825FD1}" dt="2026-09-12T14:52:37.578" v="3707" actId="478"/>
          <ac:spMkLst>
            <pc:docMk/>
            <pc:sldMk cId="2583585445" sldId="301"/>
            <ac:spMk id="198" creationId="{00000000-0000-0000-0000-000000000000}"/>
          </ac:spMkLst>
        </pc:spChg>
        <pc:spChg chg="del">
          <ac:chgData name="KONNEBALRAJU" userId="568288e1-7c46-4baa-a6cd-edb8617a19d4" providerId="ADAL" clId="{3D913C89-8A40-490F-8481-81AD36825FD1}" dt="2026-09-12T14:52:37.578" v="3707" actId="478"/>
          <ac:spMkLst>
            <pc:docMk/>
            <pc:sldMk cId="2583585445" sldId="301"/>
            <ac:spMk id="199" creationId="{00000000-0000-0000-0000-000000000000}"/>
          </ac:spMkLst>
        </pc:spChg>
        <pc:spChg chg="del mod">
          <ac:chgData name="KONNEBALRAJU" userId="568288e1-7c46-4baa-a6cd-edb8617a19d4" providerId="ADAL" clId="{3D913C89-8A40-490F-8481-81AD36825FD1}" dt="2026-09-12T14:54:48.274" v="3727" actId="478"/>
          <ac:spMkLst>
            <pc:docMk/>
            <pc:sldMk cId="2583585445" sldId="301"/>
            <ac:spMk id="202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5:07:57.209" v="3959" actId="14100"/>
          <ac:spMkLst>
            <pc:docMk/>
            <pc:sldMk cId="2583585445" sldId="301"/>
            <ac:spMk id="203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5:08:03.041" v="3960" actId="255"/>
          <ac:spMkLst>
            <pc:docMk/>
            <pc:sldMk cId="2583585445" sldId="301"/>
            <ac:spMk id="204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4:54:38.894" v="3724" actId="21"/>
          <ac:spMkLst>
            <pc:docMk/>
            <pc:sldMk cId="2583585445" sldId="301"/>
            <ac:spMk id="205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5:12:54.989" v="4042" actId="255"/>
          <ac:spMkLst>
            <pc:docMk/>
            <pc:sldMk cId="2583585445" sldId="301"/>
            <ac:spMk id="206" creationId="{00000000-0000-0000-0000-000000000000}"/>
          </ac:spMkLst>
        </pc:spChg>
        <pc:spChg chg="add mod">
          <ac:chgData name="KONNEBALRAJU" userId="568288e1-7c46-4baa-a6cd-edb8617a19d4" providerId="ADAL" clId="{3D913C89-8A40-490F-8481-81AD36825FD1}" dt="2026-09-12T15:06:23.545" v="3941" actId="571"/>
          <ac:spMkLst>
            <pc:docMk/>
            <pc:sldMk cId="2583585445" sldId="301"/>
            <ac:spMk id="207" creationId="{098E70A1-4ABB-0663-0403-8A4BBE34C45C}"/>
          </ac:spMkLst>
        </pc:spChg>
        <pc:spChg chg="add mod">
          <ac:chgData name="KONNEBALRAJU" userId="568288e1-7c46-4baa-a6cd-edb8617a19d4" providerId="ADAL" clId="{3D913C89-8A40-490F-8481-81AD36825FD1}" dt="2026-09-12T15:06:23.545" v="3941" actId="571"/>
          <ac:spMkLst>
            <pc:docMk/>
            <pc:sldMk cId="2583585445" sldId="301"/>
            <ac:spMk id="210" creationId="{00E25C45-4294-58B4-CEB5-5A06A3BF534D}"/>
          </ac:spMkLst>
        </pc:spChg>
        <pc:spChg chg="add mod">
          <ac:chgData name="KONNEBALRAJU" userId="568288e1-7c46-4baa-a6cd-edb8617a19d4" providerId="ADAL" clId="{3D913C89-8A40-490F-8481-81AD36825FD1}" dt="2026-09-12T15:06:23.545" v="3941" actId="571"/>
          <ac:spMkLst>
            <pc:docMk/>
            <pc:sldMk cId="2583585445" sldId="301"/>
            <ac:spMk id="211" creationId="{9BF28F7C-BCB7-9E28-BBAA-E4005468FC74}"/>
          </ac:spMkLst>
        </pc:spChg>
        <pc:spChg chg="add mod">
          <ac:chgData name="KONNEBALRAJU" userId="568288e1-7c46-4baa-a6cd-edb8617a19d4" providerId="ADAL" clId="{3D913C89-8A40-490F-8481-81AD36825FD1}" dt="2026-09-12T15:06:29.627" v="3943" actId="571"/>
          <ac:spMkLst>
            <pc:docMk/>
            <pc:sldMk cId="2583585445" sldId="301"/>
            <ac:spMk id="212" creationId="{90CE57B8-4ADE-9193-FC73-66AB76D485DF}"/>
          </ac:spMkLst>
        </pc:spChg>
        <pc:spChg chg="add mod">
          <ac:chgData name="KONNEBALRAJU" userId="568288e1-7c46-4baa-a6cd-edb8617a19d4" providerId="ADAL" clId="{3D913C89-8A40-490F-8481-81AD36825FD1}" dt="2026-09-12T15:16:42.244" v="4073" actId="1076"/>
          <ac:spMkLst>
            <pc:docMk/>
            <pc:sldMk cId="2583585445" sldId="301"/>
            <ac:spMk id="218" creationId="{21E78D73-4183-02A6-BAE7-3796BFE2EF76}"/>
          </ac:spMkLst>
        </pc:spChg>
        <pc:spChg chg="add mod">
          <ac:chgData name="KONNEBALRAJU" userId="568288e1-7c46-4baa-a6cd-edb8617a19d4" providerId="ADAL" clId="{3D913C89-8A40-490F-8481-81AD36825FD1}" dt="2026-09-12T15:16:45.865" v="4074" actId="1076"/>
          <ac:spMkLst>
            <pc:docMk/>
            <pc:sldMk cId="2583585445" sldId="301"/>
            <ac:spMk id="220" creationId="{75A392CD-5FF2-2E7D-7123-99D401750AF4}"/>
          </ac:spMkLst>
        </pc:spChg>
        <pc:picChg chg="del">
          <ac:chgData name="KONNEBALRAJU" userId="568288e1-7c46-4baa-a6cd-edb8617a19d4" providerId="ADAL" clId="{3D913C89-8A40-490F-8481-81AD36825FD1}" dt="2026-09-12T15:12:03.257" v="4032" actId="478"/>
          <ac:picMkLst>
            <pc:docMk/>
            <pc:sldMk cId="2583585445" sldId="301"/>
            <ac:picMk id="3" creationId="{00000000-0000-0000-0000-000000000000}"/>
          </ac:picMkLst>
        </pc:picChg>
        <pc:picChg chg="del mod">
          <ac:chgData name="KONNEBALRAJU" userId="568288e1-7c46-4baa-a6cd-edb8617a19d4" providerId="ADAL" clId="{3D913C89-8A40-490F-8481-81AD36825FD1}" dt="2026-09-12T14:52:33.111" v="3705" actId="478"/>
          <ac:picMkLst>
            <pc:docMk/>
            <pc:sldMk cId="2583585445" sldId="301"/>
            <ac:picMk id="9" creationId="{00000000-0000-0000-0000-000000000000}"/>
          </ac:picMkLst>
        </pc:picChg>
        <pc:picChg chg="mod">
          <ac:chgData name="KONNEBALRAJU" userId="568288e1-7c46-4baa-a6cd-edb8617a19d4" providerId="ADAL" clId="{3D913C89-8A40-490F-8481-81AD36825FD1}" dt="2026-09-12T15:11:30.675" v="4011" actId="1035"/>
          <ac:picMkLst>
            <pc:docMk/>
            <pc:sldMk cId="2583585445" sldId="301"/>
            <ac:picMk id="11" creationId="{00000000-0000-0000-0000-000000000000}"/>
          </ac:picMkLst>
        </pc:picChg>
        <pc:picChg chg="mod">
          <ac:chgData name="KONNEBALRAJU" userId="568288e1-7c46-4baa-a6cd-edb8617a19d4" providerId="ADAL" clId="{3D913C89-8A40-490F-8481-81AD36825FD1}" dt="2026-09-12T15:09:20.768" v="3973" actId="1076"/>
          <ac:picMkLst>
            <pc:docMk/>
            <pc:sldMk cId="2583585445" sldId="301"/>
            <ac:picMk id="13" creationId="{00000000-0000-0000-0000-000000000000}"/>
          </ac:picMkLst>
        </pc:picChg>
        <pc:picChg chg="mod">
          <ac:chgData name="KONNEBALRAJU" userId="568288e1-7c46-4baa-a6cd-edb8617a19d4" providerId="ADAL" clId="{3D913C89-8A40-490F-8481-81AD36825FD1}" dt="2026-09-12T15:11:47.145" v="4031" actId="1035"/>
          <ac:picMkLst>
            <pc:docMk/>
            <pc:sldMk cId="2583585445" sldId="301"/>
            <ac:picMk id="42" creationId="{00000000-0000-0000-0000-000000000000}"/>
          </ac:picMkLst>
        </pc:picChg>
        <pc:picChg chg="mod">
          <ac:chgData name="KONNEBALRAJU" userId="568288e1-7c46-4baa-a6cd-edb8617a19d4" providerId="ADAL" clId="{3D913C89-8A40-490F-8481-81AD36825FD1}" dt="2026-09-12T15:15:35.834" v="4066" actId="14100"/>
          <ac:picMkLst>
            <pc:docMk/>
            <pc:sldMk cId="2583585445" sldId="301"/>
            <ac:picMk id="76" creationId="{00000000-0000-0000-0000-000000000000}"/>
          </ac:picMkLst>
        </pc:picChg>
        <pc:picChg chg="mod">
          <ac:chgData name="KONNEBALRAJU" userId="568288e1-7c46-4baa-a6cd-edb8617a19d4" providerId="ADAL" clId="{3D913C89-8A40-490F-8481-81AD36825FD1}" dt="2026-09-12T15:13:28.226" v="4046" actId="14100"/>
          <ac:picMkLst>
            <pc:docMk/>
            <pc:sldMk cId="2583585445" sldId="301"/>
            <ac:picMk id="97" creationId="{00000000-0000-0000-0000-000000000000}"/>
          </ac:picMkLst>
        </pc:picChg>
        <pc:picChg chg="mod">
          <ac:chgData name="KONNEBALRAJU" userId="568288e1-7c46-4baa-a6cd-edb8617a19d4" providerId="ADAL" clId="{3D913C89-8A40-490F-8481-81AD36825FD1}" dt="2026-09-12T14:56:55.760" v="3773" actId="1037"/>
          <ac:picMkLst>
            <pc:docMk/>
            <pc:sldMk cId="2583585445" sldId="301"/>
            <ac:picMk id="113" creationId="{00000000-0000-0000-0000-000000000000}"/>
          </ac:picMkLst>
        </pc:picChg>
        <pc:picChg chg="mod">
          <ac:chgData name="KONNEBALRAJU" userId="568288e1-7c46-4baa-a6cd-edb8617a19d4" providerId="ADAL" clId="{3D913C89-8A40-490F-8481-81AD36825FD1}" dt="2026-09-12T14:57:51.100" v="3791" actId="1036"/>
          <ac:picMkLst>
            <pc:docMk/>
            <pc:sldMk cId="2583585445" sldId="301"/>
            <ac:picMk id="114" creationId="{00000000-0000-0000-0000-000000000000}"/>
          </ac:picMkLst>
        </pc:picChg>
        <pc:picChg chg="mod">
          <ac:chgData name="KONNEBALRAJU" userId="568288e1-7c46-4baa-a6cd-edb8617a19d4" providerId="ADAL" clId="{3D913C89-8A40-490F-8481-81AD36825FD1}" dt="2026-09-12T15:04:23.533" v="3914" actId="1036"/>
          <ac:picMkLst>
            <pc:docMk/>
            <pc:sldMk cId="2583585445" sldId="301"/>
            <ac:picMk id="159" creationId="{00000000-0000-0000-0000-000000000000}"/>
          </ac:picMkLst>
        </pc:picChg>
        <pc:picChg chg="mod">
          <ac:chgData name="KONNEBALRAJU" userId="568288e1-7c46-4baa-a6cd-edb8617a19d4" providerId="ADAL" clId="{3D913C89-8A40-490F-8481-81AD36825FD1}" dt="2026-09-12T15:04:23.533" v="3914" actId="1036"/>
          <ac:picMkLst>
            <pc:docMk/>
            <pc:sldMk cId="2583585445" sldId="301"/>
            <ac:picMk id="160" creationId="{00000000-0000-0000-0000-000000000000}"/>
          </ac:picMkLst>
        </pc:picChg>
        <pc:picChg chg="mod">
          <ac:chgData name="KONNEBALRAJU" userId="568288e1-7c46-4baa-a6cd-edb8617a19d4" providerId="ADAL" clId="{3D913C89-8A40-490F-8481-81AD36825FD1}" dt="2026-09-12T15:01:28.294" v="3872" actId="1036"/>
          <ac:picMkLst>
            <pc:docMk/>
            <pc:sldMk cId="2583585445" sldId="301"/>
            <ac:picMk id="165" creationId="{00000000-0000-0000-0000-000000000000}"/>
          </ac:picMkLst>
        </pc:picChg>
        <pc:picChg chg="del">
          <ac:chgData name="KONNEBALRAJU" userId="568288e1-7c46-4baa-a6cd-edb8617a19d4" providerId="ADAL" clId="{3D913C89-8A40-490F-8481-81AD36825FD1}" dt="2026-09-12T14:52:38.585" v="3708" actId="478"/>
          <ac:picMkLst>
            <pc:docMk/>
            <pc:sldMk cId="2583585445" sldId="301"/>
            <ac:picMk id="186" creationId="{00000000-0000-0000-0000-000000000000}"/>
          </ac:picMkLst>
        </pc:picChg>
        <pc:picChg chg="mod">
          <ac:chgData name="KONNEBALRAJU" userId="568288e1-7c46-4baa-a6cd-edb8617a19d4" providerId="ADAL" clId="{3D913C89-8A40-490F-8481-81AD36825FD1}" dt="2026-09-12T15:08:14.360" v="3961" actId="34136"/>
          <ac:picMkLst>
            <pc:docMk/>
            <pc:sldMk cId="2583585445" sldId="301"/>
            <ac:picMk id="215" creationId="{F5E538C9-221A-ED6F-086C-34C332566993}"/>
          </ac:picMkLst>
        </pc:picChg>
        <pc:picChg chg="add">
          <ac:chgData name="KONNEBALRAJU" userId="568288e1-7c46-4baa-a6cd-edb8617a19d4" providerId="ADAL" clId="{3D913C89-8A40-490F-8481-81AD36825FD1}" dt="2026-09-12T15:12:23.523" v="4033" actId="22"/>
          <ac:picMkLst>
            <pc:docMk/>
            <pc:sldMk cId="2583585445" sldId="301"/>
            <ac:picMk id="216" creationId="{7FEAB56B-392C-604A-0A05-47582CF3BBBA}"/>
          </ac:picMkLst>
        </pc:picChg>
      </pc:sldChg>
      <pc:sldChg chg="delSp modSp add mod">
        <pc:chgData name="KONNEBALRAJU" userId="568288e1-7c46-4baa-a6cd-edb8617a19d4" providerId="ADAL" clId="{3D913C89-8A40-490F-8481-81AD36825FD1}" dt="2026-09-12T14:54:03.629" v="3718" actId="1076"/>
        <pc:sldMkLst>
          <pc:docMk/>
          <pc:sldMk cId="0" sldId="302"/>
        </pc:sldMkLst>
        <pc:spChg chg="del">
          <ac:chgData name="KONNEBALRAJU" userId="568288e1-7c46-4baa-a6cd-edb8617a19d4" providerId="ADAL" clId="{3D913C89-8A40-490F-8481-81AD36825FD1}" dt="2026-09-12T14:51:54.477" v="3698" actId="478"/>
          <ac:spMkLst>
            <pc:docMk/>
            <pc:sldMk cId="0" sldId="302"/>
            <ac:spMk id="2" creationId="{00000000-0000-0000-0000-000000000000}"/>
          </ac:spMkLst>
        </pc:spChg>
        <pc:spChg chg="del">
          <ac:chgData name="KONNEBALRAJU" userId="568288e1-7c46-4baa-a6cd-edb8617a19d4" providerId="ADAL" clId="{3D913C89-8A40-490F-8481-81AD36825FD1}" dt="2026-09-12T14:51:52.227" v="3697" actId="478"/>
          <ac:spMkLst>
            <pc:docMk/>
            <pc:sldMk cId="0" sldId="302"/>
            <ac:spMk id="4" creationId="{00000000-0000-0000-0000-000000000000}"/>
          </ac:spMkLst>
        </pc:spChg>
        <pc:spChg chg="del">
          <ac:chgData name="KONNEBALRAJU" userId="568288e1-7c46-4baa-a6cd-edb8617a19d4" providerId="ADAL" clId="{3D913C89-8A40-490F-8481-81AD36825FD1}" dt="2026-09-12T14:51:52.227" v="3697" actId="478"/>
          <ac:spMkLst>
            <pc:docMk/>
            <pc:sldMk cId="0" sldId="302"/>
            <ac:spMk id="5" creationId="{00000000-0000-0000-0000-000000000000}"/>
          </ac:spMkLst>
        </pc:spChg>
        <pc:spChg chg="del">
          <ac:chgData name="KONNEBALRAJU" userId="568288e1-7c46-4baa-a6cd-edb8617a19d4" providerId="ADAL" clId="{3D913C89-8A40-490F-8481-81AD36825FD1}" dt="2026-09-12T14:51:52.227" v="3697" actId="478"/>
          <ac:spMkLst>
            <pc:docMk/>
            <pc:sldMk cId="0" sldId="302"/>
            <ac:spMk id="6" creationId="{00000000-0000-0000-0000-000000000000}"/>
          </ac:spMkLst>
        </pc:spChg>
        <pc:spChg chg="del">
          <ac:chgData name="KONNEBALRAJU" userId="568288e1-7c46-4baa-a6cd-edb8617a19d4" providerId="ADAL" clId="{3D913C89-8A40-490F-8481-81AD36825FD1}" dt="2026-09-12T14:51:52.227" v="3697" actId="478"/>
          <ac:spMkLst>
            <pc:docMk/>
            <pc:sldMk cId="0" sldId="302"/>
            <ac:spMk id="7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4:53:47.990" v="3717" actId="207"/>
          <ac:spMkLst>
            <pc:docMk/>
            <pc:sldMk cId="0" sldId="302"/>
            <ac:spMk id="65" creationId="{00000000-0000-0000-0000-000000000000}"/>
          </ac:spMkLst>
        </pc:spChg>
        <pc:spChg chg="del">
          <ac:chgData name="KONNEBALRAJU" userId="568288e1-7c46-4baa-a6cd-edb8617a19d4" providerId="ADAL" clId="{3D913C89-8A40-490F-8481-81AD36825FD1}" dt="2026-09-12T14:52:00.978" v="3699" actId="478"/>
          <ac:spMkLst>
            <pc:docMk/>
            <pc:sldMk cId="0" sldId="302"/>
            <ac:spMk id="104" creationId="{00000000-0000-0000-0000-000000000000}"/>
          </ac:spMkLst>
        </pc:spChg>
        <pc:spChg chg="del">
          <ac:chgData name="KONNEBALRAJU" userId="568288e1-7c46-4baa-a6cd-edb8617a19d4" providerId="ADAL" clId="{3D913C89-8A40-490F-8481-81AD36825FD1}" dt="2026-09-12T14:52:00.978" v="3699" actId="478"/>
          <ac:spMkLst>
            <pc:docMk/>
            <pc:sldMk cId="0" sldId="302"/>
            <ac:spMk id="106" creationId="{00000000-0000-0000-0000-000000000000}"/>
          </ac:spMkLst>
        </pc:spChg>
        <pc:spChg chg="del">
          <ac:chgData name="KONNEBALRAJU" userId="568288e1-7c46-4baa-a6cd-edb8617a19d4" providerId="ADAL" clId="{3D913C89-8A40-490F-8481-81AD36825FD1}" dt="2026-09-12T14:52:00.978" v="3699" actId="478"/>
          <ac:spMkLst>
            <pc:docMk/>
            <pc:sldMk cId="0" sldId="302"/>
            <ac:spMk id="109" creationId="{00000000-0000-0000-0000-000000000000}"/>
          </ac:spMkLst>
        </pc:spChg>
        <pc:spChg chg="del">
          <ac:chgData name="KONNEBALRAJU" userId="568288e1-7c46-4baa-a6cd-edb8617a19d4" providerId="ADAL" clId="{3D913C89-8A40-490F-8481-81AD36825FD1}" dt="2026-09-12T14:52:00.978" v="3699" actId="478"/>
          <ac:spMkLst>
            <pc:docMk/>
            <pc:sldMk cId="0" sldId="302"/>
            <ac:spMk id="111" creationId="{00000000-0000-0000-0000-000000000000}"/>
          </ac:spMkLst>
        </pc:spChg>
        <pc:spChg chg="del">
          <ac:chgData name="KONNEBALRAJU" userId="568288e1-7c46-4baa-a6cd-edb8617a19d4" providerId="ADAL" clId="{3D913C89-8A40-490F-8481-81AD36825FD1}" dt="2026-09-12T14:52:00.978" v="3699" actId="478"/>
          <ac:spMkLst>
            <pc:docMk/>
            <pc:sldMk cId="0" sldId="302"/>
            <ac:spMk id="113" creationId="{00000000-0000-0000-0000-000000000000}"/>
          </ac:spMkLst>
        </pc:spChg>
        <pc:spChg chg="del">
          <ac:chgData name="KONNEBALRAJU" userId="568288e1-7c46-4baa-a6cd-edb8617a19d4" providerId="ADAL" clId="{3D913C89-8A40-490F-8481-81AD36825FD1}" dt="2026-09-12T14:52:00.978" v="3699" actId="478"/>
          <ac:spMkLst>
            <pc:docMk/>
            <pc:sldMk cId="0" sldId="302"/>
            <ac:spMk id="115" creationId="{00000000-0000-0000-0000-000000000000}"/>
          </ac:spMkLst>
        </pc:spChg>
        <pc:spChg chg="del">
          <ac:chgData name="KONNEBALRAJU" userId="568288e1-7c46-4baa-a6cd-edb8617a19d4" providerId="ADAL" clId="{3D913C89-8A40-490F-8481-81AD36825FD1}" dt="2026-09-12T14:52:00.978" v="3699" actId="478"/>
          <ac:spMkLst>
            <pc:docMk/>
            <pc:sldMk cId="0" sldId="302"/>
            <ac:spMk id="116" creationId="{00000000-0000-0000-0000-000000000000}"/>
          </ac:spMkLst>
        </pc:spChg>
        <pc:spChg chg="del">
          <ac:chgData name="KONNEBALRAJU" userId="568288e1-7c46-4baa-a6cd-edb8617a19d4" providerId="ADAL" clId="{3D913C89-8A40-490F-8481-81AD36825FD1}" dt="2026-09-12T14:52:00.978" v="3699" actId="478"/>
          <ac:spMkLst>
            <pc:docMk/>
            <pc:sldMk cId="0" sldId="302"/>
            <ac:spMk id="117" creationId="{00000000-0000-0000-0000-000000000000}"/>
          </ac:spMkLst>
        </pc:spChg>
        <pc:spChg chg="del">
          <ac:chgData name="KONNEBALRAJU" userId="568288e1-7c46-4baa-a6cd-edb8617a19d4" providerId="ADAL" clId="{3D913C89-8A40-490F-8481-81AD36825FD1}" dt="2026-09-12T14:52:00.978" v="3699" actId="478"/>
          <ac:spMkLst>
            <pc:docMk/>
            <pc:sldMk cId="0" sldId="302"/>
            <ac:spMk id="120" creationId="{00000000-0000-0000-0000-000000000000}"/>
          </ac:spMkLst>
        </pc:spChg>
        <pc:spChg chg="del">
          <ac:chgData name="KONNEBALRAJU" userId="568288e1-7c46-4baa-a6cd-edb8617a19d4" providerId="ADAL" clId="{3D913C89-8A40-490F-8481-81AD36825FD1}" dt="2026-09-12T14:52:00.978" v="3699" actId="478"/>
          <ac:spMkLst>
            <pc:docMk/>
            <pc:sldMk cId="0" sldId="302"/>
            <ac:spMk id="121" creationId="{00000000-0000-0000-0000-000000000000}"/>
          </ac:spMkLst>
        </pc:spChg>
        <pc:spChg chg="mod">
          <ac:chgData name="KONNEBALRAJU" userId="568288e1-7c46-4baa-a6cd-edb8617a19d4" providerId="ADAL" clId="{3D913C89-8A40-490F-8481-81AD36825FD1}" dt="2026-09-12T14:53:08.097" v="3711" actId="14100"/>
          <ac:spMkLst>
            <pc:docMk/>
            <pc:sldMk cId="0" sldId="302"/>
            <ac:spMk id="129" creationId="{00000000-0000-0000-0000-000000000000}"/>
          </ac:spMkLst>
        </pc:spChg>
        <pc:picChg chg="del">
          <ac:chgData name="KONNEBALRAJU" userId="568288e1-7c46-4baa-a6cd-edb8617a19d4" providerId="ADAL" clId="{3D913C89-8A40-490F-8481-81AD36825FD1}" dt="2026-09-12T14:51:52.227" v="3697" actId="478"/>
          <ac:picMkLst>
            <pc:docMk/>
            <pc:sldMk cId="0" sldId="302"/>
            <ac:picMk id="3" creationId="{00000000-0000-0000-0000-000000000000}"/>
          </ac:picMkLst>
        </pc:picChg>
        <pc:picChg chg="del">
          <ac:chgData name="KONNEBALRAJU" userId="568288e1-7c46-4baa-a6cd-edb8617a19d4" providerId="ADAL" clId="{3D913C89-8A40-490F-8481-81AD36825FD1}" dt="2026-09-12T14:52:03.171" v="3700" actId="478"/>
          <ac:picMkLst>
            <pc:docMk/>
            <pc:sldMk cId="0" sldId="302"/>
            <ac:picMk id="8" creationId="{00000000-0000-0000-0000-000000000000}"/>
          </ac:picMkLst>
        </pc:picChg>
        <pc:picChg chg="mod">
          <ac:chgData name="KONNEBALRAJU" userId="568288e1-7c46-4baa-a6cd-edb8617a19d4" providerId="ADAL" clId="{3D913C89-8A40-490F-8481-81AD36825FD1}" dt="2026-09-12T14:53:47.321" v="3716" actId="208"/>
          <ac:picMkLst>
            <pc:docMk/>
            <pc:sldMk cId="0" sldId="302"/>
            <ac:picMk id="66" creationId="{00000000-0000-0000-0000-000000000000}"/>
          </ac:picMkLst>
        </pc:picChg>
        <pc:picChg chg="del">
          <ac:chgData name="KONNEBALRAJU" userId="568288e1-7c46-4baa-a6cd-edb8617a19d4" providerId="ADAL" clId="{3D913C89-8A40-490F-8481-81AD36825FD1}" dt="2026-09-12T14:52:05.347" v="3702" actId="478"/>
          <ac:picMkLst>
            <pc:docMk/>
            <pc:sldMk cId="0" sldId="302"/>
            <ac:picMk id="105" creationId="{00000000-0000-0000-0000-000000000000}"/>
          </ac:picMkLst>
        </pc:picChg>
        <pc:picChg chg="del">
          <ac:chgData name="KONNEBALRAJU" userId="568288e1-7c46-4baa-a6cd-edb8617a19d4" providerId="ADAL" clId="{3D913C89-8A40-490F-8481-81AD36825FD1}" dt="2026-09-12T14:52:04.241" v="3701" actId="478"/>
          <ac:picMkLst>
            <pc:docMk/>
            <pc:sldMk cId="0" sldId="302"/>
            <ac:picMk id="107" creationId="{00000000-0000-0000-0000-000000000000}"/>
          </ac:picMkLst>
        </pc:picChg>
        <pc:picChg chg="del">
          <ac:chgData name="KONNEBALRAJU" userId="568288e1-7c46-4baa-a6cd-edb8617a19d4" providerId="ADAL" clId="{3D913C89-8A40-490F-8481-81AD36825FD1}" dt="2026-09-12T14:52:07.141" v="3703" actId="478"/>
          <ac:picMkLst>
            <pc:docMk/>
            <pc:sldMk cId="0" sldId="302"/>
            <ac:picMk id="123" creationId="{00000000-0000-0000-0000-000000000000}"/>
          </ac:picMkLst>
        </pc:picChg>
        <pc:picChg chg="mod">
          <ac:chgData name="KONNEBALRAJU" userId="568288e1-7c46-4baa-a6cd-edb8617a19d4" providerId="ADAL" clId="{3D913C89-8A40-490F-8481-81AD36825FD1}" dt="2026-09-12T14:54:03.629" v="3718" actId="1076"/>
          <ac:picMkLst>
            <pc:docMk/>
            <pc:sldMk cId="0" sldId="302"/>
            <ac:picMk id="125" creationId="{00000000-0000-0000-0000-000000000000}"/>
          </ac:picMkLst>
        </pc:picChg>
      </pc:sldChg>
    </pc:docChg>
  </pc:docChgLst>
  <pc:docChgLst>
    <pc:chgData name="Guest User" userId="S::urn:spo:tenantanon#8ba02f42-a433-4ad5-bdab-0103a1bc5fa5::" providerId="AD" clId="Web-{9A63077C-8821-B05A-D966-BBE9EDBECBBF}"/>
    <pc:docChg chg="modSld">
      <pc:chgData name="Guest User" userId="S::urn:spo:tenantanon#8ba02f42-a433-4ad5-bdab-0103a1bc5fa5::" providerId="AD" clId="Web-{9A63077C-8821-B05A-D966-BBE9EDBECBBF}" dt="2026-09-12T10:59:28.984" v="5" actId="1076"/>
      <pc:docMkLst>
        <pc:docMk/>
      </pc:docMkLst>
      <pc:sldChg chg="addSp delSp modSp">
        <pc:chgData name="Guest User" userId="S::urn:spo:tenantanon#8ba02f42-a433-4ad5-bdab-0103a1bc5fa5::" providerId="AD" clId="Web-{9A63077C-8821-B05A-D966-BBE9EDBECBBF}" dt="2026-09-12T10:59:28.984" v="5" actId="1076"/>
        <pc:sldMkLst>
          <pc:docMk/>
          <pc:sldMk cId="0" sldId="258"/>
        </pc:sldMkLst>
        <pc:spChg chg="mod">
          <ac:chgData name="Guest User" userId="S::urn:spo:tenantanon#8ba02f42-a433-4ad5-bdab-0103a1bc5fa5::" providerId="AD" clId="Web-{9A63077C-8821-B05A-D966-BBE9EDBECBBF}" dt="2026-09-12T10:58:22.578" v="0" actId="1076"/>
          <ac:spMkLst>
            <pc:docMk/>
            <pc:sldMk cId="0" sldId="258"/>
            <ac:spMk id="65" creationId="{00000000-0000-0000-0000-000000000000}"/>
          </ac:spMkLst>
        </pc:spChg>
        <pc:spChg chg="add mod">
          <ac:chgData name="Guest User" userId="S::urn:spo:tenantanon#8ba02f42-a433-4ad5-bdab-0103a1bc5fa5::" providerId="AD" clId="Web-{9A63077C-8821-B05A-D966-BBE9EDBECBBF}" dt="2026-09-12T10:59:28.984" v="5" actId="1076"/>
          <ac:spMkLst>
            <pc:docMk/>
            <pc:sldMk cId="0" sldId="258"/>
            <ac:spMk id="147" creationId="{323BA73B-AA87-25BB-FF85-B133A1505ECF}"/>
          </ac:spMkLst>
        </pc:spChg>
        <pc:spChg chg="del">
          <ac:chgData name="Guest User" userId="S::urn:spo:tenantanon#8ba02f42-a433-4ad5-bdab-0103a1bc5fa5::" providerId="AD" clId="Web-{9A63077C-8821-B05A-D966-BBE9EDBECBBF}" dt="2026-09-12T10:59:08.937" v="3"/>
          <ac:spMkLst>
            <pc:docMk/>
            <pc:sldMk cId="0" sldId="258"/>
            <ac:spMk id="166" creationId="{00000000-0000-0000-0000-000000000000}"/>
          </ac:spMkLst>
        </pc:spChg>
        <pc:spChg chg="del">
          <ac:chgData name="Guest User" userId="S::urn:spo:tenantanon#8ba02f42-a433-4ad5-bdab-0103a1bc5fa5::" providerId="AD" clId="Web-{9A63077C-8821-B05A-D966-BBE9EDBECBBF}" dt="2026-09-12T10:58:54.437" v="1"/>
          <ac:spMkLst>
            <pc:docMk/>
            <pc:sldMk cId="0" sldId="258"/>
            <ac:spMk id="167" creationId="{00000000-0000-0000-0000-000000000000}"/>
          </ac:spMkLst>
        </pc:spChg>
        <pc:picChg chg="del">
          <ac:chgData name="Guest User" userId="S::urn:spo:tenantanon#8ba02f42-a433-4ad5-bdab-0103a1bc5fa5::" providerId="AD" clId="Web-{9A63077C-8821-B05A-D966-BBE9EDBECBBF}" dt="2026-09-12T10:59:03.578" v="2"/>
          <ac:picMkLst>
            <pc:docMk/>
            <pc:sldMk cId="0" sldId="258"/>
            <ac:picMk id="149" creationId="{00000000-0000-0000-0000-000000000000}"/>
          </ac:picMkLst>
        </pc:picChg>
      </pc:sldChg>
    </pc:docChg>
  </pc:docChgLst>
  <pc:docChgLst>
    <pc:chgData name="KONNEBALRAJU" userId="S::ugs24114_it.balraju@cbit.org.in::568288e1-7c46-4baa-a6cd-edb8617a19d4" providerId="AD" clId="Web-{00000000-0000-0000-0000-000000000000}"/>
    <pc:docChg chg="modSld">
      <pc:chgData name="KONNEBALRAJU" userId="S::ugs24114_it.balraju@cbit.org.in::568288e1-7c46-4baa-a6cd-edb8617a19d4" providerId="AD" clId="Web-{00000000-0000-0000-0000-000000000000}" dt="2026-09-12T09:48:10.930" v="66" actId="20577"/>
      <pc:docMkLst>
        <pc:docMk/>
      </pc:docMkLst>
      <pc:sldChg chg="modSp">
        <pc:chgData name="KONNEBALRAJU" userId="S::ugs24114_it.balraju@cbit.org.in::568288e1-7c46-4baa-a6cd-edb8617a19d4" providerId="AD" clId="Web-{00000000-0000-0000-0000-000000000000}" dt="2026-09-12T09:48:10.930" v="66" actId="20577"/>
        <pc:sldMkLst>
          <pc:docMk/>
          <pc:sldMk cId="0" sldId="256"/>
        </pc:sldMkLst>
        <pc:spChg chg="mod">
          <ac:chgData name="KONNEBALRAJU" userId="S::ugs24114_it.balraju@cbit.org.in::568288e1-7c46-4baa-a6cd-edb8617a19d4" providerId="AD" clId="Web-{00000000-0000-0000-0000-000000000000}" dt="2026-09-12T09:48:10.930" v="66" actId="20577"/>
          <ac:spMkLst>
            <pc:docMk/>
            <pc:sldMk cId="0" sldId="256"/>
            <ac:spMk id="206" creationId="{00000000-0000-0000-0000-000000000000}"/>
          </ac:spMkLst>
        </pc:spChg>
      </pc:sldChg>
      <pc:sldChg chg="addSp delSp modSp">
        <pc:chgData name="KONNEBALRAJU" userId="S::ugs24114_it.balraju@cbit.org.in::568288e1-7c46-4baa-a6cd-edb8617a19d4" providerId="AD" clId="Web-{00000000-0000-0000-0000-000000000000}" dt="2026-09-12T07:37:58.546" v="65" actId="1076"/>
        <pc:sldMkLst>
          <pc:docMk/>
          <pc:sldMk cId="0" sldId="281"/>
        </pc:sldMkLst>
        <pc:spChg chg="mod">
          <ac:chgData name="KONNEBALRAJU" userId="S::ugs24114_it.balraju@cbit.org.in::568288e1-7c46-4baa-a6cd-edb8617a19d4" providerId="AD" clId="Web-{00000000-0000-0000-0000-000000000000}" dt="2026-09-12T07:37:14.841" v="64"/>
          <ac:spMkLst>
            <pc:docMk/>
            <pc:sldMk cId="0" sldId="281"/>
            <ac:spMk id="10" creationId="{5DBCE864-823D-4A13-9607-5DA1F0ED5FB8}"/>
          </ac:spMkLst>
        </pc:spChg>
        <pc:picChg chg="add del mod ord">
          <ac:chgData name="KONNEBALRAJU" userId="S::ugs24114_it.balraju@cbit.org.in::568288e1-7c46-4baa-a6cd-edb8617a19d4" providerId="AD" clId="Web-{00000000-0000-0000-0000-000000000000}" dt="2026-09-12T07:28:47.958" v="42"/>
          <ac:picMkLst>
            <pc:docMk/>
            <pc:sldMk cId="0" sldId="281"/>
            <ac:picMk id="2" creationId="{3DB21594-F412-F3DD-6A63-399B58255FC9}"/>
          </ac:picMkLst>
        </pc:picChg>
        <pc:picChg chg="mod">
          <ac:chgData name="KONNEBALRAJU" userId="S::ugs24114_it.balraju@cbit.org.in::568288e1-7c46-4baa-a6cd-edb8617a19d4" providerId="AD" clId="Web-{00000000-0000-0000-0000-000000000000}" dt="2026-09-12T07:31:06.073" v="61" actId="1076"/>
          <ac:picMkLst>
            <pc:docMk/>
            <pc:sldMk cId="0" sldId="281"/>
            <ac:picMk id="3" creationId="{5E5B016E-10CB-4B6E-4695-5AD7FD08E6F2}"/>
          </ac:picMkLst>
        </pc:picChg>
        <pc:picChg chg="add mod ord modCrop">
          <ac:chgData name="KONNEBALRAJU" userId="S::ugs24114_it.balraju@cbit.org.in::568288e1-7c46-4baa-a6cd-edb8617a19d4" providerId="AD" clId="Web-{00000000-0000-0000-0000-000000000000}" dt="2026-09-12T07:37:58.546" v="65" actId="1076"/>
          <ac:picMkLst>
            <pc:docMk/>
            <pc:sldMk cId="0" sldId="281"/>
            <ac:picMk id="4" creationId="{F941654A-E383-8DED-F44B-B865D9628BD8}"/>
          </ac:picMkLst>
        </pc:picChg>
        <pc:picChg chg="add mod ord">
          <ac:chgData name="KONNEBALRAJU" userId="S::ugs24114_it.balraju@cbit.org.in::568288e1-7c46-4baa-a6cd-edb8617a19d4" providerId="AD" clId="Web-{00000000-0000-0000-0000-000000000000}" dt="2026-09-12T07:30:58.776" v="59" actId="1076"/>
          <ac:picMkLst>
            <pc:docMk/>
            <pc:sldMk cId="0" sldId="281"/>
            <ac:picMk id="5" creationId="{F8659F7C-D0D9-5061-8C75-49880EEF9E08}"/>
          </ac:picMkLst>
        </pc:picChg>
      </pc:sldChg>
      <pc:sldChg chg="modSp">
        <pc:chgData name="KONNEBALRAJU" userId="S::ugs24114_it.balraju@cbit.org.in::568288e1-7c46-4baa-a6cd-edb8617a19d4" providerId="AD" clId="Web-{00000000-0000-0000-0000-000000000000}" dt="2026-09-12T07:36:57.559" v="62" actId="1076"/>
        <pc:sldMkLst>
          <pc:docMk/>
          <pc:sldMk cId="0" sldId="290"/>
        </pc:sldMkLst>
        <pc:picChg chg="mod">
          <ac:chgData name="KONNEBALRAJU" userId="S::ugs24114_it.balraju@cbit.org.in::568288e1-7c46-4baa-a6cd-edb8617a19d4" providerId="AD" clId="Web-{00000000-0000-0000-0000-000000000000}" dt="2026-09-12T07:36:57.559" v="62" actId="1076"/>
          <ac:picMkLst>
            <pc:docMk/>
            <pc:sldMk cId="0" sldId="290"/>
            <ac:picMk id="2" creationId="{3F251ABB-BBE2-59D6-92AD-ED369219E22A}"/>
          </ac:picMkLst>
        </pc:picChg>
        <pc:picChg chg="mod">
          <ac:chgData name="KONNEBALRAJU" userId="S::ugs24114_it.balraju@cbit.org.in::568288e1-7c46-4baa-a6cd-edb8617a19d4" providerId="AD" clId="Web-{00000000-0000-0000-0000-000000000000}" dt="2026-09-11T18:32:09.659" v="0" actId="1076"/>
          <ac:picMkLst>
            <pc:docMk/>
            <pc:sldMk cId="0" sldId="290"/>
            <ac:picMk id="4" creationId="{D2D1C183-B6C8-4BF6-9995-743763ACD6B3}"/>
          </ac:picMkLst>
        </pc:picChg>
      </pc:sldChg>
    </pc:docChg>
  </pc:docChgLst>
  <pc:docChgLst>
    <pc:chgData name="KONNEBALRAJU" userId="S::ugs24114_it.balraju@cbit.org.in::568288e1-7c46-4baa-a6cd-edb8617a19d4" providerId="AD" clId="Web-{1C409248-78AA-62A8-5C40-47FB2F048184}"/>
    <pc:docChg chg="modSld">
      <pc:chgData name="KONNEBALRAJU" userId="S::ugs24114_it.balraju@cbit.org.in::568288e1-7c46-4baa-a6cd-edb8617a19d4" providerId="AD" clId="Web-{1C409248-78AA-62A8-5C40-47FB2F048184}" dt="2026-09-12T07:09:30.115" v="43" actId="1076"/>
      <pc:docMkLst>
        <pc:docMk/>
      </pc:docMkLst>
      <pc:sldChg chg="addSp delSp modSp">
        <pc:chgData name="KONNEBALRAJU" userId="S::ugs24114_it.balraju@cbit.org.in::568288e1-7c46-4baa-a6cd-edb8617a19d4" providerId="AD" clId="Web-{1C409248-78AA-62A8-5C40-47FB2F048184}" dt="2026-09-12T07:09:30.115" v="43" actId="1076"/>
        <pc:sldMkLst>
          <pc:docMk/>
          <pc:sldMk cId="0" sldId="281"/>
        </pc:sldMkLst>
        <pc:spChg chg="del">
          <ac:chgData name="KONNEBALRAJU" userId="S::ugs24114_it.balraju@cbit.org.in::568288e1-7c46-4baa-a6cd-edb8617a19d4" providerId="AD" clId="Web-{1C409248-78AA-62A8-5C40-47FB2F048184}" dt="2026-09-12T06:30:47.247" v="5"/>
          <ac:spMkLst>
            <pc:docMk/>
            <pc:sldMk cId="0" sldId="281"/>
            <ac:spMk id="15362" creationId="{00000000-0000-0000-0000-000000000000}"/>
          </ac:spMkLst>
        </pc:spChg>
        <pc:picChg chg="add del mod modCrop">
          <ac:chgData name="KONNEBALRAJU" userId="S::ugs24114_it.balraju@cbit.org.in::568288e1-7c46-4baa-a6cd-edb8617a19d4" providerId="AD" clId="Web-{1C409248-78AA-62A8-5C40-47FB2F048184}" dt="2026-09-12T07:08:18.301" v="28"/>
          <ac:picMkLst>
            <pc:docMk/>
            <pc:sldMk cId="0" sldId="281"/>
            <ac:picMk id="2" creationId="{3283CF38-FE0F-0AF2-9BD0-5A90FD891172}"/>
          </ac:picMkLst>
        </pc:picChg>
        <pc:picChg chg="add mod ord modCrop">
          <ac:chgData name="KONNEBALRAJU" userId="S::ugs24114_it.balraju@cbit.org.in::568288e1-7c46-4baa-a6cd-edb8617a19d4" providerId="AD" clId="Web-{1C409248-78AA-62A8-5C40-47FB2F048184}" dt="2026-09-12T07:09:30.115" v="43" actId="1076"/>
          <ac:picMkLst>
            <pc:docMk/>
            <pc:sldMk cId="0" sldId="281"/>
            <ac:picMk id="3" creationId="{5E5B016E-10CB-4B6E-4695-5AD7FD08E6F2}"/>
          </ac:picMkLst>
        </pc:picChg>
      </pc:sldChg>
      <pc:sldChg chg="modSp">
        <pc:chgData name="KONNEBALRAJU" userId="S::ugs24114_it.balraju@cbit.org.in::568288e1-7c46-4baa-a6cd-edb8617a19d4" providerId="AD" clId="Web-{1C409248-78AA-62A8-5C40-47FB2F048184}" dt="2026-09-12T06:30:42.356" v="4" actId="1076"/>
        <pc:sldMkLst>
          <pc:docMk/>
          <pc:sldMk cId="0" sldId="290"/>
        </pc:sldMkLst>
        <pc:picChg chg="mod ord">
          <ac:chgData name="KONNEBALRAJU" userId="S::ugs24114_it.balraju@cbit.org.in::568288e1-7c46-4baa-a6cd-edb8617a19d4" providerId="AD" clId="Web-{1C409248-78AA-62A8-5C40-47FB2F048184}" dt="2026-09-12T06:30:42.356" v="4" actId="1076"/>
          <ac:picMkLst>
            <pc:docMk/>
            <pc:sldMk cId="0" sldId="290"/>
            <ac:picMk id="2" creationId="{3F251ABB-BBE2-59D6-92AD-ED369219E22A}"/>
          </ac:picMkLst>
        </pc:picChg>
      </pc:sldChg>
    </pc:docChg>
  </pc:docChgLst>
  <pc:docChgLst>
    <pc:chgData name="Guest User" userId="S::urn:spo:tenantanon#8ba02f42-a433-4ad5-bdab-0103a1bc5fa5::" providerId="AD" clId="Web-{D8286BD1-E08E-EFC0-D09A-F21DC4914787}"/>
    <pc:docChg chg="addSld modSld">
      <pc:chgData name="Guest User" userId="S::urn:spo:tenantanon#8ba02f42-a433-4ad5-bdab-0103a1bc5fa5::" providerId="AD" clId="Web-{D8286BD1-E08E-EFC0-D09A-F21DC4914787}" dt="2026-09-12T15:07:15.284" v="30"/>
      <pc:docMkLst>
        <pc:docMk/>
      </pc:docMkLst>
      <pc:sldChg chg="addSp delSp modSp add">
        <pc:chgData name="Guest User" userId="S::urn:spo:tenantanon#8ba02f42-a433-4ad5-bdab-0103a1bc5fa5::" providerId="AD" clId="Web-{D8286BD1-E08E-EFC0-D09A-F21DC4914787}" dt="2026-09-12T15:07:15.284" v="30"/>
        <pc:sldMkLst>
          <pc:docMk/>
          <pc:sldMk cId="2583585445" sldId="301"/>
        </pc:sldMkLst>
        <pc:spChg chg="mod">
          <ac:chgData name="Guest User" userId="S::urn:spo:tenantanon#8ba02f42-a433-4ad5-bdab-0103a1bc5fa5::" providerId="AD" clId="Web-{D8286BD1-E08E-EFC0-D09A-F21DC4914787}" dt="2026-09-12T14:57:06.153" v="16" actId="1076"/>
          <ac:spMkLst>
            <pc:docMk/>
            <pc:sldMk cId="2583585445" sldId="301"/>
            <ac:spMk id="57" creationId="{00000000-0000-0000-0000-000000000000}"/>
          </ac:spMkLst>
        </pc:spChg>
        <pc:spChg chg="mod">
          <ac:chgData name="Guest User" userId="S::urn:spo:tenantanon#8ba02f42-a433-4ad5-bdab-0103a1bc5fa5::" providerId="AD" clId="Web-{D8286BD1-E08E-EFC0-D09A-F21DC4914787}" dt="2026-09-12T14:57:22.388" v="18" actId="20577"/>
          <ac:spMkLst>
            <pc:docMk/>
            <pc:sldMk cId="2583585445" sldId="301"/>
            <ac:spMk id="58" creationId="{00000000-0000-0000-0000-000000000000}"/>
          </ac:spMkLst>
        </pc:spChg>
        <pc:spChg chg="del mod">
          <ac:chgData name="Guest User" userId="S::urn:spo:tenantanon#8ba02f42-a433-4ad5-bdab-0103a1bc5fa5::" providerId="AD" clId="Web-{D8286BD1-E08E-EFC0-D09A-F21DC4914787}" dt="2026-09-12T14:51:12.567" v="2"/>
          <ac:spMkLst>
            <pc:docMk/>
            <pc:sldMk cId="2583585445" sldId="301"/>
            <ac:spMk id="183" creationId="{00000000-0000-0000-0000-000000000000}"/>
          </ac:spMkLst>
        </pc:spChg>
        <pc:spChg chg="add">
          <ac:chgData name="Guest User" userId="S::urn:spo:tenantanon#8ba02f42-a433-4ad5-bdab-0103a1bc5fa5::" providerId="AD" clId="Web-{D8286BD1-E08E-EFC0-D09A-F21DC4914787}" dt="2026-09-12T15:03:46.267" v="19"/>
          <ac:spMkLst>
            <pc:docMk/>
            <pc:sldMk cId="2583585445" sldId="301"/>
            <ac:spMk id="208" creationId="{B6AF4439-65A8-26AC-9325-61540ED0C550}"/>
          </ac:spMkLst>
        </pc:spChg>
        <pc:spChg chg="add mod">
          <ac:chgData name="Guest User" userId="S::urn:spo:tenantanon#8ba02f42-a433-4ad5-bdab-0103a1bc5fa5::" providerId="AD" clId="Web-{D8286BD1-E08E-EFC0-D09A-F21DC4914787}" dt="2026-09-12T15:06:41.487" v="28" actId="1076"/>
          <ac:spMkLst>
            <pc:docMk/>
            <pc:sldMk cId="2583585445" sldId="301"/>
            <ac:spMk id="209" creationId="{F016248E-330F-FA3E-7CD0-ABCC45B3B5EE}"/>
          </ac:spMkLst>
        </pc:spChg>
        <pc:picChg chg="add">
          <ac:chgData name="Guest User" userId="S::urn:spo:tenantanon#8ba02f42-a433-4ad5-bdab-0103a1bc5fa5::" providerId="AD" clId="Web-{D8286BD1-E08E-EFC0-D09A-F21DC4914787}" dt="2026-09-12T15:06:53.534" v="29"/>
          <ac:picMkLst>
            <pc:docMk/>
            <pc:sldMk cId="2583585445" sldId="301"/>
            <ac:picMk id="213" creationId="{F596990C-29D9-BE86-B2C3-F2976A2F814B}"/>
          </ac:picMkLst>
        </pc:picChg>
        <pc:picChg chg="add">
          <ac:chgData name="Guest User" userId="S::urn:spo:tenantanon#8ba02f42-a433-4ad5-bdab-0103a1bc5fa5::" providerId="AD" clId="Web-{D8286BD1-E08E-EFC0-D09A-F21DC4914787}" dt="2026-09-12T15:07:15.284" v="30"/>
          <ac:picMkLst>
            <pc:docMk/>
            <pc:sldMk cId="2583585445" sldId="301"/>
            <ac:picMk id="215" creationId="{F5E538C9-221A-ED6F-086C-34C332566993}"/>
          </ac:picMkLst>
        </pc:picChg>
      </pc:sldChg>
    </pc:docChg>
  </pc:docChgLst>
  <pc:docChgLst>
    <pc:chgData name="Guest User" userId="S::urn:spo:tenantanon#8ba02f42-a433-4ad5-bdab-0103a1bc5fa5::" providerId="AD" clId="Web-{D380CAB4-6003-0D44-6BA9-CE2435C8D811}"/>
    <pc:docChg chg="addSld delSld modSld">
      <pc:chgData name="Guest User" userId="S::urn:spo:tenantanon#8ba02f42-a433-4ad5-bdab-0103a1bc5fa5::" providerId="AD" clId="Web-{D380CAB4-6003-0D44-6BA9-CE2435C8D811}" dt="2026-09-12T09:38:30.292" v="14"/>
      <pc:docMkLst>
        <pc:docMk/>
      </pc:docMkLst>
      <pc:sldChg chg="addSp delSp modSp">
        <pc:chgData name="Guest User" userId="S::urn:spo:tenantanon#8ba02f42-a433-4ad5-bdab-0103a1bc5fa5::" providerId="AD" clId="Web-{D380CAB4-6003-0D44-6BA9-CE2435C8D811}" dt="2026-09-12T09:38:30.292" v="14"/>
        <pc:sldMkLst>
          <pc:docMk/>
          <pc:sldMk cId="3753387913" sldId="293"/>
        </pc:sldMkLst>
        <pc:picChg chg="add del mod">
          <ac:chgData name="Guest User" userId="S::urn:spo:tenantanon#8ba02f42-a433-4ad5-bdab-0103a1bc5fa5::" providerId="AD" clId="Web-{D380CAB4-6003-0D44-6BA9-CE2435C8D811}" dt="2026-09-12T09:35:53.208" v="8"/>
          <ac:picMkLst>
            <pc:docMk/>
            <pc:sldMk cId="3753387913" sldId="293"/>
            <ac:picMk id="2" creationId="{5F9D0C5F-158C-8659-64E6-B0FF54E8743E}"/>
          </ac:picMkLst>
        </pc:picChg>
        <pc:picChg chg="add del mod">
          <ac:chgData name="Guest User" userId="S::urn:spo:tenantanon#8ba02f42-a433-4ad5-bdab-0103a1bc5fa5::" providerId="AD" clId="Web-{D380CAB4-6003-0D44-6BA9-CE2435C8D811}" dt="2026-09-12T09:37:25.118" v="10"/>
          <ac:picMkLst>
            <pc:docMk/>
            <pc:sldMk cId="3753387913" sldId="293"/>
            <ac:picMk id="3" creationId="{1D460925-482B-21FC-0029-57D25B54E33D}"/>
          </ac:picMkLst>
        </pc:picChg>
        <pc:picChg chg="add del mod">
          <ac:chgData name="Guest User" userId="S::urn:spo:tenantanon#8ba02f42-a433-4ad5-bdab-0103a1bc5fa5::" providerId="AD" clId="Web-{D380CAB4-6003-0D44-6BA9-CE2435C8D811}" dt="2026-09-12T09:38:30.292" v="14"/>
          <ac:picMkLst>
            <pc:docMk/>
            <pc:sldMk cId="3753387913" sldId="293"/>
            <ac:picMk id="4" creationId="{DB69E46E-5EBD-4BE3-65F4-AD3B06F09AA4}"/>
          </ac:picMkLst>
        </pc:picChg>
      </pc:sldChg>
      <pc:sldChg chg="addSp delSp modSp new del">
        <pc:chgData name="Guest User" userId="S::urn:spo:tenantanon#8ba02f42-a433-4ad5-bdab-0103a1bc5fa5::" providerId="AD" clId="Web-{D380CAB4-6003-0D44-6BA9-CE2435C8D811}" dt="2026-09-12T09:32:03.462" v="6"/>
        <pc:sldMkLst>
          <pc:docMk/>
          <pc:sldMk cId="392495450" sldId="300"/>
        </pc:sldMkLst>
        <pc:spChg chg="del">
          <ac:chgData name="Guest User" userId="S::urn:spo:tenantanon#8ba02f42-a433-4ad5-bdab-0103a1bc5fa5::" providerId="AD" clId="Web-{D380CAB4-6003-0D44-6BA9-CE2435C8D811}" dt="2026-09-12T09:31:58.508" v="5"/>
          <ac:spMkLst>
            <pc:docMk/>
            <pc:sldMk cId="392495450" sldId="300"/>
            <ac:spMk id="3" creationId="{4FDB74B7-0104-D860-CFC8-58A857D93848}"/>
          </ac:spMkLst>
        </pc:spChg>
        <pc:graphicFrameChg chg="add mod ord modGraphic">
          <ac:chgData name="Guest User" userId="S::urn:spo:tenantanon#8ba02f42-a433-4ad5-bdab-0103a1bc5fa5::" providerId="AD" clId="Web-{D380CAB4-6003-0D44-6BA9-CE2435C8D811}" dt="2026-09-12T09:31:58.508" v="5"/>
          <ac:graphicFrameMkLst>
            <pc:docMk/>
            <pc:sldMk cId="392495450" sldId="300"/>
            <ac:graphicFrameMk id="6" creationId="{4815341A-CCC0-9506-2EF1-15FA4D9954E2}"/>
          </ac:graphicFrameMkLst>
        </pc:graphicFrameChg>
      </pc:sldChg>
      <pc:sldChg chg="new del">
        <pc:chgData name="Guest User" userId="S::urn:spo:tenantanon#8ba02f42-a433-4ad5-bdab-0103a1bc5fa5::" providerId="AD" clId="Web-{D380CAB4-6003-0D44-6BA9-CE2435C8D811}" dt="2026-09-12T09:26:23.107" v="1"/>
        <pc:sldMkLst>
          <pc:docMk/>
          <pc:sldMk cId="2297616543" sldId="300"/>
        </pc:sldMkLst>
      </pc:sldChg>
      <pc:sldChg chg="new del">
        <pc:chgData name="Guest User" userId="S::urn:spo:tenantanon#8ba02f42-a433-4ad5-bdab-0103a1bc5fa5::" providerId="AD" clId="Web-{D380CAB4-6003-0D44-6BA9-CE2435C8D811}" dt="2026-09-12T09:26:58.623" v="3"/>
        <pc:sldMkLst>
          <pc:docMk/>
          <pc:sldMk cId="2560872516" sldId="300"/>
        </pc:sldMkLst>
      </pc:sldChg>
    </pc:docChg>
  </pc:docChgLst>
  <pc:docChgLst>
    <pc:chgData name="Guest User" userId="S::urn:spo:tenantanon#8ba02f42-a433-4ad5-bdab-0103a1bc5fa5::" providerId="AD" clId="Web-{B6347D37-ACE2-3663-BC5C-4A7EE2D804D5}"/>
    <pc:docChg chg="addSld modSld">
      <pc:chgData name="Guest User" userId="S::urn:spo:tenantanon#8ba02f42-a433-4ad5-bdab-0103a1bc5fa5::" providerId="AD" clId="Web-{B6347D37-ACE2-3663-BC5C-4A7EE2D804D5}" dt="2026-09-12T09:57:45.698" v="67" actId="20577"/>
      <pc:docMkLst>
        <pc:docMk/>
      </pc:docMkLst>
      <pc:sldChg chg="delSp modSp add">
        <pc:chgData name="Guest User" userId="S::urn:spo:tenantanon#8ba02f42-a433-4ad5-bdab-0103a1bc5fa5::" providerId="AD" clId="Web-{B6347D37-ACE2-3663-BC5C-4A7EE2D804D5}" dt="2026-09-12T09:57:45.698" v="67" actId="20577"/>
        <pc:sldMkLst>
          <pc:docMk/>
          <pc:sldMk cId="0" sldId="257"/>
        </pc:sldMkLst>
        <pc:spChg chg="mod">
          <ac:chgData name="Guest User" userId="S::urn:spo:tenantanon#8ba02f42-a433-4ad5-bdab-0103a1bc5fa5::" providerId="AD" clId="Web-{B6347D37-ACE2-3663-BC5C-4A7EE2D804D5}" dt="2026-09-12T09:57:44.073" v="66" actId="14100"/>
          <ac:spMkLst>
            <pc:docMk/>
            <pc:sldMk cId="0" sldId="257"/>
            <ac:spMk id="2" creationId="{00000000-0000-0000-0000-000000000000}"/>
          </ac:spMkLst>
        </pc:spChg>
        <pc:spChg chg="mod">
          <ac:chgData name="Guest User" userId="S::urn:spo:tenantanon#8ba02f42-a433-4ad5-bdab-0103a1bc5fa5::" providerId="AD" clId="Web-{B6347D37-ACE2-3663-BC5C-4A7EE2D804D5}" dt="2026-09-12T09:57:45.698" v="67" actId="20577"/>
          <ac:spMkLst>
            <pc:docMk/>
            <pc:sldMk cId="0" sldId="257"/>
            <ac:spMk id="7" creationId="{00000000-0000-0000-0000-000000000000}"/>
          </ac:spMkLst>
        </pc:spChg>
        <pc:spChg chg="del">
          <ac:chgData name="Guest User" userId="S::urn:spo:tenantanon#8ba02f42-a433-4ad5-bdab-0103a1bc5fa5::" providerId="AD" clId="Web-{B6347D37-ACE2-3663-BC5C-4A7EE2D804D5}" dt="2026-09-12T09:55:58.866" v="43"/>
          <ac:spMkLst>
            <pc:docMk/>
            <pc:sldMk cId="0" sldId="257"/>
            <ac:spMk id="141" creationId="{00000000-0000-0000-0000-000000000000}"/>
          </ac:spMkLst>
        </pc:spChg>
        <pc:spChg chg="del mod">
          <ac:chgData name="Guest User" userId="S::urn:spo:tenantanon#8ba02f42-a433-4ad5-bdab-0103a1bc5fa5::" providerId="AD" clId="Web-{B6347D37-ACE2-3663-BC5C-4A7EE2D804D5}" dt="2026-09-12T09:55:57.241" v="42"/>
          <ac:spMkLst>
            <pc:docMk/>
            <pc:sldMk cId="0" sldId="257"/>
            <ac:spMk id="142" creationId="{00000000-0000-0000-0000-000000000000}"/>
          </ac:spMkLst>
        </pc:spChg>
        <pc:spChg chg="del">
          <ac:chgData name="Guest User" userId="S::urn:spo:tenantanon#8ba02f42-a433-4ad5-bdab-0103a1bc5fa5::" providerId="AD" clId="Web-{B6347D37-ACE2-3663-BC5C-4A7EE2D804D5}" dt="2026-09-12T09:55:45.787" v="41"/>
          <ac:spMkLst>
            <pc:docMk/>
            <pc:sldMk cId="0" sldId="257"/>
            <ac:spMk id="143" creationId="{00000000-0000-0000-0000-000000000000}"/>
          </ac:spMkLst>
        </pc:spChg>
        <pc:spChg chg="mod">
          <ac:chgData name="Guest User" userId="S::urn:spo:tenantanon#8ba02f42-a433-4ad5-bdab-0103a1bc5fa5::" providerId="AD" clId="Web-{B6347D37-ACE2-3663-BC5C-4A7EE2D804D5}" dt="2026-09-12T09:56:30.414" v="48" actId="1076"/>
          <ac:spMkLst>
            <pc:docMk/>
            <pc:sldMk cId="0" sldId="257"/>
            <ac:spMk id="144" creationId="{00000000-0000-0000-0000-000000000000}"/>
          </ac:spMkLst>
        </pc:spChg>
        <pc:spChg chg="mod">
          <ac:chgData name="Guest User" userId="S::urn:spo:tenantanon#8ba02f42-a433-4ad5-bdab-0103a1bc5fa5::" providerId="AD" clId="Web-{B6347D37-ACE2-3663-BC5C-4A7EE2D804D5}" dt="2026-09-12T09:56:08.085" v="44" actId="1076"/>
          <ac:spMkLst>
            <pc:docMk/>
            <pc:sldMk cId="0" sldId="257"/>
            <ac:spMk id="145" creationId="{00000000-0000-0000-0000-000000000000}"/>
          </ac:spMkLst>
        </pc:spChg>
        <pc:spChg chg="mod">
          <ac:chgData name="Guest User" userId="S::urn:spo:tenantanon#8ba02f42-a433-4ad5-bdab-0103a1bc5fa5::" providerId="AD" clId="Web-{B6347D37-ACE2-3663-BC5C-4A7EE2D804D5}" dt="2026-09-12T09:54:49.269" v="39" actId="1076"/>
          <ac:spMkLst>
            <pc:docMk/>
            <pc:sldMk cId="0" sldId="257"/>
            <ac:spMk id="149" creationId="{00000000-0000-0000-0000-000000000000}"/>
          </ac:spMkLst>
        </pc:spChg>
        <pc:spChg chg="mod">
          <ac:chgData name="Guest User" userId="S::urn:spo:tenantanon#8ba02f42-a433-4ad5-bdab-0103a1bc5fa5::" providerId="AD" clId="Web-{B6347D37-ACE2-3663-BC5C-4A7EE2D804D5}" dt="2026-09-12T09:52:57.874" v="28" actId="20577"/>
          <ac:spMkLst>
            <pc:docMk/>
            <pc:sldMk cId="0" sldId="257"/>
            <ac:spMk id="150" creationId="{00000000-0000-0000-0000-000000000000}"/>
          </ac:spMkLst>
        </pc:spChg>
        <pc:picChg chg="mod">
          <ac:chgData name="Guest User" userId="S::urn:spo:tenantanon#8ba02f42-a433-4ad5-bdab-0103a1bc5fa5::" providerId="AD" clId="Web-{B6347D37-ACE2-3663-BC5C-4A7EE2D804D5}" dt="2026-09-12T09:51:36.777" v="7" actId="14100"/>
          <ac:picMkLst>
            <pc:docMk/>
            <pc:sldMk cId="0" sldId="257"/>
            <ac:picMk id="3" creationId="{00000000-0000-0000-0000-000000000000}"/>
          </ac:picMkLst>
        </pc:picChg>
        <pc:picChg chg="mod">
          <ac:chgData name="Guest User" userId="S::urn:spo:tenantanon#8ba02f42-a433-4ad5-bdab-0103a1bc5fa5::" providerId="AD" clId="Web-{B6347D37-ACE2-3663-BC5C-4A7EE2D804D5}" dt="2026-09-12T09:51:31.199" v="6" actId="14100"/>
          <ac:picMkLst>
            <pc:docMk/>
            <pc:sldMk cId="0" sldId="257"/>
            <ac:picMk id="8" creationId="{00000000-0000-0000-0000-000000000000}"/>
          </ac:picMkLst>
        </pc:picChg>
        <pc:picChg chg="mod">
          <ac:chgData name="Guest User" userId="S::urn:spo:tenantanon#8ba02f42-a433-4ad5-bdab-0103a1bc5fa5::" providerId="AD" clId="Web-{B6347D37-ACE2-3663-BC5C-4A7EE2D804D5}" dt="2026-09-12T09:56:34.977" v="49" actId="1076"/>
          <ac:picMkLst>
            <pc:docMk/>
            <pc:sldMk cId="0" sldId="257"/>
            <ac:picMk id="147" creationId="{00000000-0000-0000-0000-000000000000}"/>
          </ac:picMkLst>
        </pc:picChg>
        <pc:picChg chg="mod">
          <ac:chgData name="Guest User" userId="S::urn:spo:tenantanon#8ba02f42-a433-4ad5-bdab-0103a1bc5fa5::" providerId="AD" clId="Web-{B6347D37-ACE2-3663-BC5C-4A7EE2D804D5}" dt="2026-09-12T09:56:42.617" v="50" actId="1076"/>
          <ac:picMkLst>
            <pc:docMk/>
            <pc:sldMk cId="0" sldId="257"/>
            <ac:picMk id="154" creationId="{00000000-0000-0000-0000-000000000000}"/>
          </ac:picMkLst>
        </pc:picChg>
      </pc:sldChg>
      <pc:sldChg chg="addSp delSp modSp">
        <pc:chgData name="Guest User" userId="S::urn:spo:tenantanon#8ba02f42-a433-4ad5-bdab-0103a1bc5fa5::" providerId="AD" clId="Web-{B6347D37-ACE2-3663-BC5C-4A7EE2D804D5}" dt="2026-09-12T09:48:04.347" v="1"/>
        <pc:sldMkLst>
          <pc:docMk/>
          <pc:sldMk cId="2997144140" sldId="294"/>
        </pc:sldMkLst>
        <pc:picChg chg="add del mod">
          <ac:chgData name="Guest User" userId="S::urn:spo:tenantanon#8ba02f42-a433-4ad5-bdab-0103a1bc5fa5::" providerId="AD" clId="Web-{B6347D37-ACE2-3663-BC5C-4A7EE2D804D5}" dt="2026-09-12T09:48:04.347" v="1"/>
          <ac:picMkLst>
            <pc:docMk/>
            <pc:sldMk cId="2997144140" sldId="294"/>
            <ac:picMk id="2" creationId="{419A639F-0620-9C0E-4A26-C688EE30275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8791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6.png"/><Relationship Id="rId21" Type="http://schemas.openxmlformats.org/officeDocument/2006/relationships/image" Target="../media/image21.png"/><Relationship Id="rId42" Type="http://schemas.openxmlformats.org/officeDocument/2006/relationships/image" Target="../media/image42.png"/><Relationship Id="rId47" Type="http://schemas.openxmlformats.org/officeDocument/2006/relationships/image" Target="../media/image47.png"/><Relationship Id="rId63" Type="http://schemas.openxmlformats.org/officeDocument/2006/relationships/image" Target="../media/image63.png"/><Relationship Id="rId68" Type="http://schemas.openxmlformats.org/officeDocument/2006/relationships/image" Target="../media/image68.jpe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6.png"/><Relationship Id="rId29" Type="http://schemas.openxmlformats.org/officeDocument/2006/relationships/image" Target="../media/image29.png"/><Relationship Id="rId11" Type="http://schemas.openxmlformats.org/officeDocument/2006/relationships/image" Target="../media/image11.png"/><Relationship Id="rId24" Type="http://schemas.openxmlformats.org/officeDocument/2006/relationships/image" Target="../media/image24.png"/><Relationship Id="rId32" Type="http://schemas.openxmlformats.org/officeDocument/2006/relationships/image" Target="../media/image32.png"/><Relationship Id="rId37" Type="http://schemas.openxmlformats.org/officeDocument/2006/relationships/image" Target="../media/image37.png"/><Relationship Id="rId40" Type="http://schemas.openxmlformats.org/officeDocument/2006/relationships/image" Target="../media/image40.png"/><Relationship Id="rId45" Type="http://schemas.openxmlformats.org/officeDocument/2006/relationships/image" Target="../media/image45.png"/><Relationship Id="rId53" Type="http://schemas.openxmlformats.org/officeDocument/2006/relationships/image" Target="../media/image53.png"/><Relationship Id="rId58" Type="http://schemas.openxmlformats.org/officeDocument/2006/relationships/image" Target="../media/image58.png"/><Relationship Id="rId66" Type="http://schemas.openxmlformats.org/officeDocument/2006/relationships/image" Target="../media/image66.jpeg"/><Relationship Id="rId5" Type="http://schemas.openxmlformats.org/officeDocument/2006/relationships/image" Target="../media/image5.png"/><Relationship Id="rId61" Type="http://schemas.openxmlformats.org/officeDocument/2006/relationships/image" Target="../media/image61.png"/><Relationship Id="rId19" Type="http://schemas.openxmlformats.org/officeDocument/2006/relationships/image" Target="../media/image19.png"/><Relationship Id="rId14" Type="http://schemas.openxmlformats.org/officeDocument/2006/relationships/image" Target="../media/image14.png"/><Relationship Id="rId22" Type="http://schemas.openxmlformats.org/officeDocument/2006/relationships/image" Target="../media/image22.png"/><Relationship Id="rId27" Type="http://schemas.openxmlformats.org/officeDocument/2006/relationships/image" Target="../media/image27.png"/><Relationship Id="rId30" Type="http://schemas.openxmlformats.org/officeDocument/2006/relationships/image" Target="../media/image30.png"/><Relationship Id="rId35" Type="http://schemas.openxmlformats.org/officeDocument/2006/relationships/image" Target="../media/image35.png"/><Relationship Id="rId43" Type="http://schemas.openxmlformats.org/officeDocument/2006/relationships/image" Target="../media/image43.png"/><Relationship Id="rId48" Type="http://schemas.openxmlformats.org/officeDocument/2006/relationships/image" Target="../media/image48.png"/><Relationship Id="rId56" Type="http://schemas.openxmlformats.org/officeDocument/2006/relationships/image" Target="../media/image56.png"/><Relationship Id="rId64" Type="http://schemas.openxmlformats.org/officeDocument/2006/relationships/image" Target="../media/image64.jpeg"/><Relationship Id="rId69" Type="http://schemas.openxmlformats.org/officeDocument/2006/relationships/image" Target="../media/image69.png"/><Relationship Id="rId8" Type="http://schemas.openxmlformats.org/officeDocument/2006/relationships/image" Target="../media/image8.png"/><Relationship Id="rId51" Type="http://schemas.openxmlformats.org/officeDocument/2006/relationships/image" Target="../media/image51.png"/><Relationship Id="rId72" Type="http://schemas.openxmlformats.org/officeDocument/2006/relationships/image" Target="../media/image71.svg"/><Relationship Id="rId3" Type="http://schemas.openxmlformats.org/officeDocument/2006/relationships/image" Target="../media/image3.jpeg"/><Relationship Id="rId12" Type="http://schemas.openxmlformats.org/officeDocument/2006/relationships/image" Target="../media/image12.jpeg"/><Relationship Id="rId17" Type="http://schemas.openxmlformats.org/officeDocument/2006/relationships/image" Target="../media/image17.png"/><Relationship Id="rId25" Type="http://schemas.openxmlformats.org/officeDocument/2006/relationships/image" Target="../media/image25.png"/><Relationship Id="rId33" Type="http://schemas.openxmlformats.org/officeDocument/2006/relationships/image" Target="../media/image33.png"/><Relationship Id="rId38" Type="http://schemas.openxmlformats.org/officeDocument/2006/relationships/image" Target="../media/image38.png"/><Relationship Id="rId46" Type="http://schemas.openxmlformats.org/officeDocument/2006/relationships/image" Target="../media/image46.png"/><Relationship Id="rId59" Type="http://schemas.openxmlformats.org/officeDocument/2006/relationships/image" Target="../media/image59.jpeg"/><Relationship Id="rId67" Type="http://schemas.openxmlformats.org/officeDocument/2006/relationships/image" Target="../media/image67.png"/><Relationship Id="rId20" Type="http://schemas.openxmlformats.org/officeDocument/2006/relationships/image" Target="../media/image20.png"/><Relationship Id="rId41" Type="http://schemas.openxmlformats.org/officeDocument/2006/relationships/image" Target="../media/image41.png"/><Relationship Id="rId54" Type="http://schemas.openxmlformats.org/officeDocument/2006/relationships/image" Target="../media/image54.png"/><Relationship Id="rId62" Type="http://schemas.openxmlformats.org/officeDocument/2006/relationships/image" Target="../media/image62.png"/><Relationship Id="rId70" Type="http://schemas.openxmlformats.org/officeDocument/2006/relationships/image" Target="../media/image7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15" Type="http://schemas.openxmlformats.org/officeDocument/2006/relationships/image" Target="../media/image15.png"/><Relationship Id="rId23" Type="http://schemas.openxmlformats.org/officeDocument/2006/relationships/image" Target="../media/image23.png"/><Relationship Id="rId28" Type="http://schemas.openxmlformats.org/officeDocument/2006/relationships/image" Target="../media/image28.png"/><Relationship Id="rId36" Type="http://schemas.openxmlformats.org/officeDocument/2006/relationships/image" Target="../media/image36.png"/><Relationship Id="rId49" Type="http://schemas.openxmlformats.org/officeDocument/2006/relationships/image" Target="../media/image49.png"/><Relationship Id="rId57" Type="http://schemas.openxmlformats.org/officeDocument/2006/relationships/image" Target="../media/image57.jpeg"/><Relationship Id="rId10" Type="http://schemas.openxmlformats.org/officeDocument/2006/relationships/image" Target="../media/image10.jpeg"/><Relationship Id="rId31" Type="http://schemas.openxmlformats.org/officeDocument/2006/relationships/image" Target="../media/image31.png"/><Relationship Id="rId44" Type="http://schemas.openxmlformats.org/officeDocument/2006/relationships/image" Target="../media/image44.png"/><Relationship Id="rId52" Type="http://schemas.openxmlformats.org/officeDocument/2006/relationships/image" Target="../media/image52.png"/><Relationship Id="rId60" Type="http://schemas.openxmlformats.org/officeDocument/2006/relationships/image" Target="../media/image60.png"/><Relationship Id="rId65" Type="http://schemas.openxmlformats.org/officeDocument/2006/relationships/image" Target="../media/image65.png"/><Relationship Id="rId73" Type="http://schemas.openxmlformats.org/officeDocument/2006/relationships/image" Target="../media/image72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39" Type="http://schemas.openxmlformats.org/officeDocument/2006/relationships/image" Target="../media/image39.png"/><Relationship Id="rId34" Type="http://schemas.openxmlformats.org/officeDocument/2006/relationships/image" Target="../media/image34.png"/><Relationship Id="rId50" Type="http://schemas.openxmlformats.org/officeDocument/2006/relationships/image" Target="../media/image50.png"/><Relationship Id="rId55" Type="http://schemas.openxmlformats.org/officeDocument/2006/relationships/image" Target="../media/image55.jpeg"/><Relationship Id="rId7" Type="http://schemas.openxmlformats.org/officeDocument/2006/relationships/image" Target="../media/image7.png"/><Relationship Id="rId7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6" Type="http://schemas.openxmlformats.org/officeDocument/2006/relationships/image" Target="../media/image96.png"/><Relationship Id="rId21" Type="http://schemas.openxmlformats.org/officeDocument/2006/relationships/image" Target="../media/image91.png"/><Relationship Id="rId42" Type="http://schemas.openxmlformats.org/officeDocument/2006/relationships/image" Target="../media/image112.png"/><Relationship Id="rId47" Type="http://schemas.openxmlformats.org/officeDocument/2006/relationships/image" Target="../media/image117.png"/><Relationship Id="rId63" Type="http://schemas.openxmlformats.org/officeDocument/2006/relationships/image" Target="../media/image133.png"/><Relationship Id="rId68" Type="http://schemas.openxmlformats.org/officeDocument/2006/relationships/image" Target="../media/image138.png"/><Relationship Id="rId84" Type="http://schemas.openxmlformats.org/officeDocument/2006/relationships/image" Target="../media/image72.png"/><Relationship Id="rId16" Type="http://schemas.openxmlformats.org/officeDocument/2006/relationships/image" Target="../media/image86.jpeg"/><Relationship Id="rId11" Type="http://schemas.openxmlformats.org/officeDocument/2006/relationships/image" Target="../media/image81.png"/><Relationship Id="rId32" Type="http://schemas.openxmlformats.org/officeDocument/2006/relationships/image" Target="../media/image102.png"/><Relationship Id="rId37" Type="http://schemas.openxmlformats.org/officeDocument/2006/relationships/image" Target="../media/image107.png"/><Relationship Id="rId53" Type="http://schemas.openxmlformats.org/officeDocument/2006/relationships/image" Target="../media/image123.png"/><Relationship Id="rId58" Type="http://schemas.openxmlformats.org/officeDocument/2006/relationships/image" Target="../media/image128.png"/><Relationship Id="rId74" Type="http://schemas.openxmlformats.org/officeDocument/2006/relationships/image" Target="../media/image144.png"/><Relationship Id="rId79" Type="http://schemas.openxmlformats.org/officeDocument/2006/relationships/image" Target="../media/image149.png"/><Relationship Id="rId5" Type="http://schemas.openxmlformats.org/officeDocument/2006/relationships/image" Target="../media/image75.jpeg"/><Relationship Id="rId19" Type="http://schemas.openxmlformats.org/officeDocument/2006/relationships/image" Target="../media/image89.png"/><Relationship Id="rId14" Type="http://schemas.openxmlformats.org/officeDocument/2006/relationships/image" Target="../media/image84.jpeg"/><Relationship Id="rId22" Type="http://schemas.openxmlformats.org/officeDocument/2006/relationships/image" Target="../media/image92.jpeg"/><Relationship Id="rId27" Type="http://schemas.openxmlformats.org/officeDocument/2006/relationships/image" Target="../media/image97.png"/><Relationship Id="rId30" Type="http://schemas.openxmlformats.org/officeDocument/2006/relationships/image" Target="../media/image100.png"/><Relationship Id="rId35" Type="http://schemas.openxmlformats.org/officeDocument/2006/relationships/image" Target="../media/image105.png"/><Relationship Id="rId43" Type="http://schemas.openxmlformats.org/officeDocument/2006/relationships/image" Target="../media/image113.jpeg"/><Relationship Id="rId48" Type="http://schemas.openxmlformats.org/officeDocument/2006/relationships/image" Target="../media/image118.png"/><Relationship Id="rId56" Type="http://schemas.openxmlformats.org/officeDocument/2006/relationships/image" Target="../media/image126.png"/><Relationship Id="rId64" Type="http://schemas.openxmlformats.org/officeDocument/2006/relationships/image" Target="../media/image134.png"/><Relationship Id="rId69" Type="http://schemas.openxmlformats.org/officeDocument/2006/relationships/image" Target="../media/image139.png"/><Relationship Id="rId77" Type="http://schemas.openxmlformats.org/officeDocument/2006/relationships/image" Target="../media/image147.png"/><Relationship Id="rId8" Type="http://schemas.openxmlformats.org/officeDocument/2006/relationships/image" Target="../media/image78.png"/><Relationship Id="rId51" Type="http://schemas.openxmlformats.org/officeDocument/2006/relationships/image" Target="../media/image121.png"/><Relationship Id="rId72" Type="http://schemas.openxmlformats.org/officeDocument/2006/relationships/image" Target="../media/image142.png"/><Relationship Id="rId80" Type="http://schemas.openxmlformats.org/officeDocument/2006/relationships/image" Target="../media/image150.png"/><Relationship Id="rId85" Type="http://schemas.openxmlformats.org/officeDocument/2006/relationships/image" Target="../media/image153.jpeg"/><Relationship Id="rId3" Type="http://schemas.openxmlformats.org/officeDocument/2006/relationships/image" Target="../media/image73.jpeg"/><Relationship Id="rId12" Type="http://schemas.openxmlformats.org/officeDocument/2006/relationships/image" Target="../media/image82.png"/><Relationship Id="rId17" Type="http://schemas.openxmlformats.org/officeDocument/2006/relationships/image" Target="../media/image87.png"/><Relationship Id="rId25" Type="http://schemas.openxmlformats.org/officeDocument/2006/relationships/image" Target="../media/image95.png"/><Relationship Id="rId33" Type="http://schemas.openxmlformats.org/officeDocument/2006/relationships/image" Target="../media/image103.png"/><Relationship Id="rId38" Type="http://schemas.openxmlformats.org/officeDocument/2006/relationships/image" Target="../media/image108.png"/><Relationship Id="rId46" Type="http://schemas.openxmlformats.org/officeDocument/2006/relationships/image" Target="../media/image116.png"/><Relationship Id="rId59" Type="http://schemas.openxmlformats.org/officeDocument/2006/relationships/image" Target="../media/image129.png"/><Relationship Id="rId67" Type="http://schemas.openxmlformats.org/officeDocument/2006/relationships/image" Target="../media/image137.png"/><Relationship Id="rId20" Type="http://schemas.openxmlformats.org/officeDocument/2006/relationships/image" Target="../media/image90.jpeg"/><Relationship Id="rId41" Type="http://schemas.openxmlformats.org/officeDocument/2006/relationships/image" Target="../media/image111.png"/><Relationship Id="rId54" Type="http://schemas.openxmlformats.org/officeDocument/2006/relationships/image" Target="../media/image124.png"/><Relationship Id="rId62" Type="http://schemas.openxmlformats.org/officeDocument/2006/relationships/image" Target="../media/image132.png"/><Relationship Id="rId70" Type="http://schemas.openxmlformats.org/officeDocument/2006/relationships/image" Target="../media/image140.png"/><Relationship Id="rId75" Type="http://schemas.openxmlformats.org/officeDocument/2006/relationships/image" Target="../media/image145.png"/><Relationship Id="rId83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6.jpeg"/><Relationship Id="rId15" Type="http://schemas.openxmlformats.org/officeDocument/2006/relationships/image" Target="../media/image85.png"/><Relationship Id="rId23" Type="http://schemas.openxmlformats.org/officeDocument/2006/relationships/image" Target="../media/image93.png"/><Relationship Id="rId28" Type="http://schemas.openxmlformats.org/officeDocument/2006/relationships/image" Target="../media/image98.jpeg"/><Relationship Id="rId36" Type="http://schemas.openxmlformats.org/officeDocument/2006/relationships/image" Target="../media/image106.png"/><Relationship Id="rId49" Type="http://schemas.openxmlformats.org/officeDocument/2006/relationships/image" Target="../media/image119.png"/><Relationship Id="rId57" Type="http://schemas.openxmlformats.org/officeDocument/2006/relationships/image" Target="../media/image127.png"/><Relationship Id="rId10" Type="http://schemas.openxmlformats.org/officeDocument/2006/relationships/image" Target="../media/image80.png"/><Relationship Id="rId31" Type="http://schemas.openxmlformats.org/officeDocument/2006/relationships/image" Target="../media/image101.jpeg"/><Relationship Id="rId44" Type="http://schemas.openxmlformats.org/officeDocument/2006/relationships/image" Target="../media/image114.png"/><Relationship Id="rId52" Type="http://schemas.openxmlformats.org/officeDocument/2006/relationships/image" Target="../media/image122.png"/><Relationship Id="rId60" Type="http://schemas.openxmlformats.org/officeDocument/2006/relationships/image" Target="../media/image130.png"/><Relationship Id="rId65" Type="http://schemas.openxmlformats.org/officeDocument/2006/relationships/image" Target="../media/image135.png"/><Relationship Id="rId73" Type="http://schemas.openxmlformats.org/officeDocument/2006/relationships/image" Target="../media/image143.png"/><Relationship Id="rId78" Type="http://schemas.openxmlformats.org/officeDocument/2006/relationships/image" Target="../media/image148.png"/><Relationship Id="rId81" Type="http://schemas.openxmlformats.org/officeDocument/2006/relationships/image" Target="../media/image151.png"/><Relationship Id="rId4" Type="http://schemas.openxmlformats.org/officeDocument/2006/relationships/image" Target="../media/image74.png"/><Relationship Id="rId9" Type="http://schemas.openxmlformats.org/officeDocument/2006/relationships/image" Target="../media/image79.png"/><Relationship Id="rId13" Type="http://schemas.openxmlformats.org/officeDocument/2006/relationships/image" Target="../media/image83.png"/><Relationship Id="rId18" Type="http://schemas.openxmlformats.org/officeDocument/2006/relationships/image" Target="../media/image88.png"/><Relationship Id="rId39" Type="http://schemas.openxmlformats.org/officeDocument/2006/relationships/image" Target="../media/image109.png"/><Relationship Id="rId34" Type="http://schemas.openxmlformats.org/officeDocument/2006/relationships/image" Target="../media/image104.png"/><Relationship Id="rId50" Type="http://schemas.openxmlformats.org/officeDocument/2006/relationships/image" Target="../media/image120.png"/><Relationship Id="rId55" Type="http://schemas.openxmlformats.org/officeDocument/2006/relationships/image" Target="../media/image125.png"/><Relationship Id="rId76" Type="http://schemas.openxmlformats.org/officeDocument/2006/relationships/image" Target="../media/image146.png"/><Relationship Id="rId7" Type="http://schemas.openxmlformats.org/officeDocument/2006/relationships/image" Target="../media/image77.png"/><Relationship Id="rId71" Type="http://schemas.openxmlformats.org/officeDocument/2006/relationships/image" Target="../media/image141.png"/><Relationship Id="rId2" Type="http://schemas.openxmlformats.org/officeDocument/2006/relationships/notesSlide" Target="../notesSlides/notesSlide2.xml"/><Relationship Id="rId29" Type="http://schemas.openxmlformats.org/officeDocument/2006/relationships/image" Target="../media/image99.jpeg"/><Relationship Id="rId24" Type="http://schemas.openxmlformats.org/officeDocument/2006/relationships/image" Target="../media/image94.jpeg"/><Relationship Id="rId40" Type="http://schemas.openxmlformats.org/officeDocument/2006/relationships/image" Target="../media/image110.png"/><Relationship Id="rId45" Type="http://schemas.openxmlformats.org/officeDocument/2006/relationships/image" Target="../media/image115.png"/><Relationship Id="rId66" Type="http://schemas.openxmlformats.org/officeDocument/2006/relationships/image" Target="../media/image136.png"/><Relationship Id="rId61" Type="http://schemas.openxmlformats.org/officeDocument/2006/relationships/image" Target="../media/image131.png"/><Relationship Id="rId82" Type="http://schemas.openxmlformats.org/officeDocument/2006/relationships/image" Target="../media/image152.png"/></Relationships>
</file>

<file path=ppt/slides/_rels/slide4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76.png"/><Relationship Id="rId21" Type="http://schemas.openxmlformats.org/officeDocument/2006/relationships/image" Target="../media/image171.png"/><Relationship Id="rId42" Type="http://schemas.openxmlformats.org/officeDocument/2006/relationships/image" Target="../media/image192.png"/><Relationship Id="rId47" Type="http://schemas.openxmlformats.org/officeDocument/2006/relationships/image" Target="../media/image197.png"/><Relationship Id="rId63" Type="http://schemas.openxmlformats.org/officeDocument/2006/relationships/image" Target="../media/image213.png"/><Relationship Id="rId68" Type="http://schemas.openxmlformats.org/officeDocument/2006/relationships/image" Target="../media/image218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66.png"/><Relationship Id="rId29" Type="http://schemas.openxmlformats.org/officeDocument/2006/relationships/image" Target="../media/image179.png"/><Relationship Id="rId11" Type="http://schemas.openxmlformats.org/officeDocument/2006/relationships/image" Target="../media/image161.png"/><Relationship Id="rId24" Type="http://schemas.openxmlformats.org/officeDocument/2006/relationships/image" Target="../media/image174.png"/><Relationship Id="rId32" Type="http://schemas.openxmlformats.org/officeDocument/2006/relationships/image" Target="../media/image182.png"/><Relationship Id="rId37" Type="http://schemas.openxmlformats.org/officeDocument/2006/relationships/image" Target="../media/image187.png"/><Relationship Id="rId40" Type="http://schemas.openxmlformats.org/officeDocument/2006/relationships/image" Target="../media/image190.png"/><Relationship Id="rId45" Type="http://schemas.openxmlformats.org/officeDocument/2006/relationships/image" Target="../media/image195.png"/><Relationship Id="rId53" Type="http://schemas.openxmlformats.org/officeDocument/2006/relationships/image" Target="../media/image203.png"/><Relationship Id="rId58" Type="http://schemas.openxmlformats.org/officeDocument/2006/relationships/image" Target="../media/image208.png"/><Relationship Id="rId66" Type="http://schemas.openxmlformats.org/officeDocument/2006/relationships/image" Target="../media/image216.png"/><Relationship Id="rId74" Type="http://schemas.openxmlformats.org/officeDocument/2006/relationships/image" Target="../media/image2.png"/><Relationship Id="rId5" Type="http://schemas.openxmlformats.org/officeDocument/2006/relationships/image" Target="../media/image155.jpeg"/><Relationship Id="rId61" Type="http://schemas.openxmlformats.org/officeDocument/2006/relationships/image" Target="../media/image211.png"/><Relationship Id="rId19" Type="http://schemas.openxmlformats.org/officeDocument/2006/relationships/image" Target="../media/image169.png"/><Relationship Id="rId14" Type="http://schemas.openxmlformats.org/officeDocument/2006/relationships/image" Target="../media/image164.png"/><Relationship Id="rId22" Type="http://schemas.openxmlformats.org/officeDocument/2006/relationships/image" Target="../media/image172.png"/><Relationship Id="rId27" Type="http://schemas.openxmlformats.org/officeDocument/2006/relationships/image" Target="../media/image177.png"/><Relationship Id="rId30" Type="http://schemas.openxmlformats.org/officeDocument/2006/relationships/image" Target="../media/image180.png"/><Relationship Id="rId35" Type="http://schemas.openxmlformats.org/officeDocument/2006/relationships/image" Target="../media/image185.png"/><Relationship Id="rId43" Type="http://schemas.openxmlformats.org/officeDocument/2006/relationships/image" Target="../media/image193.png"/><Relationship Id="rId48" Type="http://schemas.openxmlformats.org/officeDocument/2006/relationships/image" Target="../media/image198.png"/><Relationship Id="rId56" Type="http://schemas.openxmlformats.org/officeDocument/2006/relationships/image" Target="../media/image206.png"/><Relationship Id="rId64" Type="http://schemas.openxmlformats.org/officeDocument/2006/relationships/image" Target="../media/image214.png"/><Relationship Id="rId69" Type="http://schemas.openxmlformats.org/officeDocument/2006/relationships/image" Target="../media/image219.png"/><Relationship Id="rId8" Type="http://schemas.openxmlformats.org/officeDocument/2006/relationships/image" Target="../media/image158.png"/><Relationship Id="rId51" Type="http://schemas.openxmlformats.org/officeDocument/2006/relationships/image" Target="../media/image201.png"/><Relationship Id="rId72" Type="http://schemas.openxmlformats.org/officeDocument/2006/relationships/image" Target="../media/image222.png"/><Relationship Id="rId3" Type="http://schemas.openxmlformats.org/officeDocument/2006/relationships/image" Target="../media/image154.jpeg"/><Relationship Id="rId12" Type="http://schemas.openxmlformats.org/officeDocument/2006/relationships/image" Target="../media/image162.png"/><Relationship Id="rId17" Type="http://schemas.openxmlformats.org/officeDocument/2006/relationships/image" Target="../media/image167.png"/><Relationship Id="rId25" Type="http://schemas.openxmlformats.org/officeDocument/2006/relationships/image" Target="../media/image175.png"/><Relationship Id="rId33" Type="http://schemas.openxmlformats.org/officeDocument/2006/relationships/image" Target="../media/image183.png"/><Relationship Id="rId38" Type="http://schemas.openxmlformats.org/officeDocument/2006/relationships/image" Target="../media/image188.png"/><Relationship Id="rId46" Type="http://schemas.openxmlformats.org/officeDocument/2006/relationships/image" Target="../media/image196.png"/><Relationship Id="rId59" Type="http://schemas.openxmlformats.org/officeDocument/2006/relationships/image" Target="../media/image209.png"/><Relationship Id="rId67" Type="http://schemas.openxmlformats.org/officeDocument/2006/relationships/image" Target="../media/image217.png"/><Relationship Id="rId20" Type="http://schemas.openxmlformats.org/officeDocument/2006/relationships/image" Target="../media/image170.jpeg"/><Relationship Id="rId41" Type="http://schemas.openxmlformats.org/officeDocument/2006/relationships/image" Target="../media/image191.png"/><Relationship Id="rId54" Type="http://schemas.openxmlformats.org/officeDocument/2006/relationships/image" Target="../media/image204.png"/><Relationship Id="rId62" Type="http://schemas.openxmlformats.org/officeDocument/2006/relationships/image" Target="../media/image212.png"/><Relationship Id="rId70" Type="http://schemas.openxmlformats.org/officeDocument/2006/relationships/image" Target="../media/image220.png"/><Relationship Id="rId75" Type="http://schemas.openxmlformats.org/officeDocument/2006/relationships/image" Target="../media/image7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6.png"/><Relationship Id="rId15" Type="http://schemas.openxmlformats.org/officeDocument/2006/relationships/image" Target="../media/image165.png"/><Relationship Id="rId23" Type="http://schemas.openxmlformats.org/officeDocument/2006/relationships/image" Target="../media/image173.png"/><Relationship Id="rId28" Type="http://schemas.openxmlformats.org/officeDocument/2006/relationships/image" Target="../media/image178.png"/><Relationship Id="rId36" Type="http://schemas.openxmlformats.org/officeDocument/2006/relationships/image" Target="../media/image186.png"/><Relationship Id="rId49" Type="http://schemas.openxmlformats.org/officeDocument/2006/relationships/image" Target="../media/image199.png"/><Relationship Id="rId57" Type="http://schemas.openxmlformats.org/officeDocument/2006/relationships/image" Target="../media/image207.png"/><Relationship Id="rId10" Type="http://schemas.openxmlformats.org/officeDocument/2006/relationships/image" Target="../media/image160.png"/><Relationship Id="rId31" Type="http://schemas.openxmlformats.org/officeDocument/2006/relationships/image" Target="../media/image181.png"/><Relationship Id="rId44" Type="http://schemas.openxmlformats.org/officeDocument/2006/relationships/image" Target="../media/image194.png"/><Relationship Id="rId52" Type="http://schemas.openxmlformats.org/officeDocument/2006/relationships/image" Target="../media/image202.png"/><Relationship Id="rId60" Type="http://schemas.openxmlformats.org/officeDocument/2006/relationships/image" Target="../media/image210.png"/><Relationship Id="rId65" Type="http://schemas.openxmlformats.org/officeDocument/2006/relationships/image" Target="../media/image215.png"/><Relationship Id="rId73" Type="http://schemas.openxmlformats.org/officeDocument/2006/relationships/image" Target="../media/image223.png"/><Relationship Id="rId4" Type="http://schemas.openxmlformats.org/officeDocument/2006/relationships/image" Target="../media/image153.jpeg"/><Relationship Id="rId9" Type="http://schemas.openxmlformats.org/officeDocument/2006/relationships/image" Target="../media/image159.png"/><Relationship Id="rId13" Type="http://schemas.openxmlformats.org/officeDocument/2006/relationships/image" Target="../media/image163.png"/><Relationship Id="rId18" Type="http://schemas.openxmlformats.org/officeDocument/2006/relationships/image" Target="../media/image168.png"/><Relationship Id="rId39" Type="http://schemas.openxmlformats.org/officeDocument/2006/relationships/image" Target="../media/image189.png"/><Relationship Id="rId34" Type="http://schemas.openxmlformats.org/officeDocument/2006/relationships/image" Target="../media/image184.png"/><Relationship Id="rId50" Type="http://schemas.openxmlformats.org/officeDocument/2006/relationships/image" Target="../media/image200.png"/><Relationship Id="rId55" Type="http://schemas.openxmlformats.org/officeDocument/2006/relationships/image" Target="../media/image205.png"/><Relationship Id="rId7" Type="http://schemas.openxmlformats.org/officeDocument/2006/relationships/image" Target="../media/image157.jpeg"/><Relationship Id="rId71" Type="http://schemas.openxmlformats.org/officeDocument/2006/relationships/image" Target="../media/image221.png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47.png"/><Relationship Id="rId21" Type="http://schemas.openxmlformats.org/officeDocument/2006/relationships/image" Target="../media/image242.png"/><Relationship Id="rId42" Type="http://schemas.openxmlformats.org/officeDocument/2006/relationships/image" Target="../media/image263.png"/><Relationship Id="rId47" Type="http://schemas.openxmlformats.org/officeDocument/2006/relationships/image" Target="../media/image268.png"/><Relationship Id="rId63" Type="http://schemas.openxmlformats.org/officeDocument/2006/relationships/image" Target="../media/image284.png"/><Relationship Id="rId68" Type="http://schemas.openxmlformats.org/officeDocument/2006/relationships/image" Target="../media/image289.png"/><Relationship Id="rId16" Type="http://schemas.openxmlformats.org/officeDocument/2006/relationships/image" Target="../media/image237.png"/><Relationship Id="rId11" Type="http://schemas.openxmlformats.org/officeDocument/2006/relationships/image" Target="../media/image232.png"/><Relationship Id="rId24" Type="http://schemas.openxmlformats.org/officeDocument/2006/relationships/image" Target="../media/image245.png"/><Relationship Id="rId32" Type="http://schemas.openxmlformats.org/officeDocument/2006/relationships/image" Target="../media/image253.png"/><Relationship Id="rId37" Type="http://schemas.openxmlformats.org/officeDocument/2006/relationships/image" Target="../media/image258.png"/><Relationship Id="rId40" Type="http://schemas.openxmlformats.org/officeDocument/2006/relationships/image" Target="../media/image261.png"/><Relationship Id="rId45" Type="http://schemas.openxmlformats.org/officeDocument/2006/relationships/image" Target="../media/image266.png"/><Relationship Id="rId53" Type="http://schemas.openxmlformats.org/officeDocument/2006/relationships/image" Target="../media/image274.png"/><Relationship Id="rId58" Type="http://schemas.openxmlformats.org/officeDocument/2006/relationships/image" Target="../media/image279.png"/><Relationship Id="rId66" Type="http://schemas.openxmlformats.org/officeDocument/2006/relationships/image" Target="../media/image287.png"/><Relationship Id="rId74" Type="http://schemas.openxmlformats.org/officeDocument/2006/relationships/image" Target="../media/image295.png"/><Relationship Id="rId5" Type="http://schemas.openxmlformats.org/officeDocument/2006/relationships/image" Target="../media/image226.png"/><Relationship Id="rId61" Type="http://schemas.openxmlformats.org/officeDocument/2006/relationships/image" Target="../media/image282.png"/><Relationship Id="rId19" Type="http://schemas.openxmlformats.org/officeDocument/2006/relationships/image" Target="../media/image240.png"/><Relationship Id="rId14" Type="http://schemas.openxmlformats.org/officeDocument/2006/relationships/image" Target="../media/image235.png"/><Relationship Id="rId22" Type="http://schemas.openxmlformats.org/officeDocument/2006/relationships/image" Target="../media/image243.png"/><Relationship Id="rId27" Type="http://schemas.openxmlformats.org/officeDocument/2006/relationships/image" Target="../media/image248.png"/><Relationship Id="rId30" Type="http://schemas.openxmlformats.org/officeDocument/2006/relationships/image" Target="../media/image251.png"/><Relationship Id="rId35" Type="http://schemas.openxmlformats.org/officeDocument/2006/relationships/image" Target="../media/image256.png"/><Relationship Id="rId43" Type="http://schemas.openxmlformats.org/officeDocument/2006/relationships/image" Target="../media/image264.png"/><Relationship Id="rId48" Type="http://schemas.openxmlformats.org/officeDocument/2006/relationships/image" Target="../media/image269.png"/><Relationship Id="rId56" Type="http://schemas.openxmlformats.org/officeDocument/2006/relationships/image" Target="../media/image277.png"/><Relationship Id="rId64" Type="http://schemas.openxmlformats.org/officeDocument/2006/relationships/image" Target="../media/image285.png"/><Relationship Id="rId69" Type="http://schemas.openxmlformats.org/officeDocument/2006/relationships/image" Target="../media/image290.png"/><Relationship Id="rId77" Type="http://schemas.openxmlformats.org/officeDocument/2006/relationships/image" Target="../media/image296.jpeg"/><Relationship Id="rId8" Type="http://schemas.openxmlformats.org/officeDocument/2006/relationships/image" Target="../media/image229.png"/><Relationship Id="rId51" Type="http://schemas.openxmlformats.org/officeDocument/2006/relationships/image" Target="../media/image272.png"/><Relationship Id="rId72" Type="http://schemas.openxmlformats.org/officeDocument/2006/relationships/image" Target="../media/image293.png"/><Relationship Id="rId3" Type="http://schemas.openxmlformats.org/officeDocument/2006/relationships/image" Target="../media/image224.jpeg"/><Relationship Id="rId12" Type="http://schemas.openxmlformats.org/officeDocument/2006/relationships/image" Target="../media/image233.png"/><Relationship Id="rId17" Type="http://schemas.openxmlformats.org/officeDocument/2006/relationships/image" Target="../media/image238.png"/><Relationship Id="rId25" Type="http://schemas.openxmlformats.org/officeDocument/2006/relationships/image" Target="../media/image246.png"/><Relationship Id="rId33" Type="http://schemas.openxmlformats.org/officeDocument/2006/relationships/image" Target="../media/image254.png"/><Relationship Id="rId38" Type="http://schemas.openxmlformats.org/officeDocument/2006/relationships/image" Target="../media/image259.png"/><Relationship Id="rId46" Type="http://schemas.openxmlformats.org/officeDocument/2006/relationships/image" Target="../media/image267.png"/><Relationship Id="rId59" Type="http://schemas.openxmlformats.org/officeDocument/2006/relationships/image" Target="../media/image280.png"/><Relationship Id="rId67" Type="http://schemas.openxmlformats.org/officeDocument/2006/relationships/image" Target="../media/image288.jpeg"/><Relationship Id="rId20" Type="http://schemas.openxmlformats.org/officeDocument/2006/relationships/image" Target="../media/image241.png"/><Relationship Id="rId41" Type="http://schemas.openxmlformats.org/officeDocument/2006/relationships/image" Target="../media/image262.png"/><Relationship Id="rId54" Type="http://schemas.openxmlformats.org/officeDocument/2006/relationships/image" Target="../media/image275.png"/><Relationship Id="rId62" Type="http://schemas.openxmlformats.org/officeDocument/2006/relationships/image" Target="../media/image283.png"/><Relationship Id="rId70" Type="http://schemas.openxmlformats.org/officeDocument/2006/relationships/image" Target="../media/image291.jpeg"/><Relationship Id="rId75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7.png"/><Relationship Id="rId15" Type="http://schemas.openxmlformats.org/officeDocument/2006/relationships/image" Target="../media/image236.png"/><Relationship Id="rId23" Type="http://schemas.openxmlformats.org/officeDocument/2006/relationships/image" Target="../media/image244.png"/><Relationship Id="rId28" Type="http://schemas.openxmlformats.org/officeDocument/2006/relationships/image" Target="../media/image249.png"/><Relationship Id="rId36" Type="http://schemas.openxmlformats.org/officeDocument/2006/relationships/image" Target="../media/image257.png"/><Relationship Id="rId49" Type="http://schemas.openxmlformats.org/officeDocument/2006/relationships/image" Target="../media/image270.png"/><Relationship Id="rId57" Type="http://schemas.openxmlformats.org/officeDocument/2006/relationships/image" Target="../media/image278.png"/><Relationship Id="rId10" Type="http://schemas.openxmlformats.org/officeDocument/2006/relationships/image" Target="../media/image231.png"/><Relationship Id="rId31" Type="http://schemas.openxmlformats.org/officeDocument/2006/relationships/image" Target="../media/image252.png"/><Relationship Id="rId44" Type="http://schemas.openxmlformats.org/officeDocument/2006/relationships/image" Target="../media/image265.png"/><Relationship Id="rId52" Type="http://schemas.openxmlformats.org/officeDocument/2006/relationships/image" Target="../media/image273.png"/><Relationship Id="rId60" Type="http://schemas.openxmlformats.org/officeDocument/2006/relationships/image" Target="../media/image281.png"/><Relationship Id="rId65" Type="http://schemas.openxmlformats.org/officeDocument/2006/relationships/image" Target="../media/image286.png"/><Relationship Id="rId73" Type="http://schemas.openxmlformats.org/officeDocument/2006/relationships/image" Target="../media/image294.png"/><Relationship Id="rId4" Type="http://schemas.openxmlformats.org/officeDocument/2006/relationships/image" Target="../media/image225.png"/><Relationship Id="rId9" Type="http://schemas.openxmlformats.org/officeDocument/2006/relationships/image" Target="../media/image230.png"/><Relationship Id="rId13" Type="http://schemas.openxmlformats.org/officeDocument/2006/relationships/image" Target="../media/image234.png"/><Relationship Id="rId18" Type="http://schemas.openxmlformats.org/officeDocument/2006/relationships/image" Target="../media/image239.png"/><Relationship Id="rId39" Type="http://schemas.openxmlformats.org/officeDocument/2006/relationships/image" Target="../media/image260.png"/><Relationship Id="rId34" Type="http://schemas.openxmlformats.org/officeDocument/2006/relationships/image" Target="../media/image255.jpeg"/><Relationship Id="rId50" Type="http://schemas.openxmlformats.org/officeDocument/2006/relationships/image" Target="../media/image271.png"/><Relationship Id="rId55" Type="http://schemas.openxmlformats.org/officeDocument/2006/relationships/image" Target="../media/image276.png"/><Relationship Id="rId76" Type="http://schemas.openxmlformats.org/officeDocument/2006/relationships/image" Target="../media/image72.png"/><Relationship Id="rId7" Type="http://schemas.openxmlformats.org/officeDocument/2006/relationships/image" Target="../media/image228.png"/><Relationship Id="rId71" Type="http://schemas.openxmlformats.org/officeDocument/2006/relationships/image" Target="../media/image292.png"/><Relationship Id="rId2" Type="http://schemas.openxmlformats.org/officeDocument/2006/relationships/notesSlide" Target="../notesSlides/notesSlide4.xml"/><Relationship Id="rId29" Type="http://schemas.openxmlformats.org/officeDocument/2006/relationships/image" Target="../media/image250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07.png"/><Relationship Id="rId18" Type="http://schemas.openxmlformats.org/officeDocument/2006/relationships/image" Target="../media/image311.png"/><Relationship Id="rId26" Type="http://schemas.openxmlformats.org/officeDocument/2006/relationships/hyperlink" Target="https://csrc.nist.gov/pubs/sp/800/53/r5/upd1/final" TargetMode="External"/><Relationship Id="rId39" Type="http://schemas.openxmlformats.org/officeDocument/2006/relationships/image" Target="../media/image2.png"/><Relationship Id="rId21" Type="http://schemas.openxmlformats.org/officeDocument/2006/relationships/image" Target="../media/image313.png"/><Relationship Id="rId34" Type="http://schemas.openxmlformats.org/officeDocument/2006/relationships/image" Target="../media/image322.png"/><Relationship Id="rId42" Type="http://schemas.openxmlformats.org/officeDocument/2006/relationships/image" Target="../media/image328.svg"/><Relationship Id="rId7" Type="http://schemas.openxmlformats.org/officeDocument/2006/relationships/image" Target="../media/image301.png"/><Relationship Id="rId2" Type="http://schemas.openxmlformats.org/officeDocument/2006/relationships/notesSlide" Target="../notesSlides/notesSlide5.xml"/><Relationship Id="rId16" Type="http://schemas.openxmlformats.org/officeDocument/2006/relationships/hyperlink" Target="https://csrc.nist.gov/projects/security-content-automation-protocol" TargetMode="External"/><Relationship Id="rId29" Type="http://schemas.openxmlformats.org/officeDocument/2006/relationships/image" Target="../media/image318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00.png"/><Relationship Id="rId11" Type="http://schemas.openxmlformats.org/officeDocument/2006/relationships/image" Target="../media/image305.png"/><Relationship Id="rId24" Type="http://schemas.openxmlformats.org/officeDocument/2006/relationships/hyperlink" Target="https://www.cisco.com/c/en/us/support/ios-nx-os-software/ios-15-2m-t/tsd-products-support-series-home.html" TargetMode="External"/><Relationship Id="rId32" Type="http://schemas.openxmlformats.org/officeDocument/2006/relationships/hyperlink" Target="https://www.cisecurity.org/cis-benchmarks" TargetMode="External"/><Relationship Id="rId37" Type="http://schemas.openxmlformats.org/officeDocument/2006/relationships/image" Target="../media/image325.png"/><Relationship Id="rId40" Type="http://schemas.openxmlformats.org/officeDocument/2006/relationships/image" Target="../media/image72.png"/><Relationship Id="rId45" Type="http://schemas.openxmlformats.org/officeDocument/2006/relationships/image" Target="../media/image330.png"/><Relationship Id="rId5" Type="http://schemas.openxmlformats.org/officeDocument/2006/relationships/image" Target="../media/image299.png"/><Relationship Id="rId15" Type="http://schemas.openxmlformats.org/officeDocument/2006/relationships/image" Target="../media/image309.png"/><Relationship Id="rId23" Type="http://schemas.openxmlformats.org/officeDocument/2006/relationships/image" Target="../media/image314.png"/><Relationship Id="rId28" Type="http://schemas.openxmlformats.org/officeDocument/2006/relationships/image" Target="../media/image317.png"/><Relationship Id="rId36" Type="http://schemas.openxmlformats.org/officeDocument/2006/relationships/image" Target="../media/image324.png"/><Relationship Id="rId10" Type="http://schemas.openxmlformats.org/officeDocument/2006/relationships/image" Target="../media/image304.png"/><Relationship Id="rId19" Type="http://schemas.openxmlformats.org/officeDocument/2006/relationships/image" Target="../media/image312.png"/><Relationship Id="rId31" Type="http://schemas.openxmlformats.org/officeDocument/2006/relationships/image" Target="../media/image320.png"/><Relationship Id="rId44" Type="http://schemas.openxmlformats.org/officeDocument/2006/relationships/image" Target="../media/image329.png"/><Relationship Id="rId4" Type="http://schemas.openxmlformats.org/officeDocument/2006/relationships/image" Target="../media/image298.png"/><Relationship Id="rId9" Type="http://schemas.openxmlformats.org/officeDocument/2006/relationships/image" Target="../media/image303.jpeg"/><Relationship Id="rId14" Type="http://schemas.openxmlformats.org/officeDocument/2006/relationships/image" Target="../media/image308.png"/><Relationship Id="rId22" Type="http://schemas.openxmlformats.org/officeDocument/2006/relationships/hyperlink" Target="https://www.juniper.net/documentation/" TargetMode="External"/><Relationship Id="rId27" Type="http://schemas.openxmlformats.org/officeDocument/2006/relationships/image" Target="../media/image316.png"/><Relationship Id="rId30" Type="http://schemas.openxmlformats.org/officeDocument/2006/relationships/image" Target="../media/image319.png"/><Relationship Id="rId35" Type="http://schemas.openxmlformats.org/officeDocument/2006/relationships/image" Target="../media/image323.png"/><Relationship Id="rId43" Type="http://schemas.openxmlformats.org/officeDocument/2006/relationships/hyperlink" Target="https://public.cyber.mil/stigs/" TargetMode="External"/><Relationship Id="rId8" Type="http://schemas.openxmlformats.org/officeDocument/2006/relationships/image" Target="../media/image302.png"/><Relationship Id="rId3" Type="http://schemas.openxmlformats.org/officeDocument/2006/relationships/image" Target="../media/image297.png"/><Relationship Id="rId12" Type="http://schemas.openxmlformats.org/officeDocument/2006/relationships/image" Target="../media/image306.png"/><Relationship Id="rId17" Type="http://schemas.openxmlformats.org/officeDocument/2006/relationships/image" Target="../media/image310.png"/><Relationship Id="rId25" Type="http://schemas.openxmlformats.org/officeDocument/2006/relationships/image" Target="../media/image315.png"/><Relationship Id="rId33" Type="http://schemas.openxmlformats.org/officeDocument/2006/relationships/image" Target="../media/image321.png"/><Relationship Id="rId38" Type="http://schemas.openxmlformats.org/officeDocument/2006/relationships/image" Target="../media/image326.png"/><Relationship Id="rId46" Type="http://schemas.openxmlformats.org/officeDocument/2006/relationships/image" Target="../media/image331.png"/><Relationship Id="rId20" Type="http://schemas.openxmlformats.org/officeDocument/2006/relationships/hyperlink" Target="https://www.nist.gov/cyberframework" TargetMode="External"/><Relationship Id="rId41" Type="http://schemas.openxmlformats.org/officeDocument/2006/relationships/image" Target="../media/image3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286043"/>
            <a:ext cx="10342880" cy="481330"/>
          </a:xfrm>
        </p:spPr>
        <p:txBody>
          <a:bodyPr/>
          <a:lstStyle/>
          <a:p>
            <a:r>
              <a:rPr lang="en-US" sz="4000" b="1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8406" y="529882"/>
            <a:ext cx="6994402" cy="616399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en-US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>
                <a:latin typeface="Arial"/>
                <a:ea typeface="ＭＳ Ｐゴシック"/>
                <a:cs typeface="Arial"/>
              </a:rPr>
              <a:t>Problem Statement ID – </a:t>
            </a:r>
            <a:r>
              <a:rPr lang="en-US" sz="2400">
                <a:latin typeface="Arial"/>
                <a:ea typeface="ＭＳ Ｐゴシック"/>
                <a:cs typeface="Arial"/>
              </a:rPr>
              <a:t>SIH26155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>
                <a:latin typeface="Arial"/>
                <a:ea typeface="ＭＳ Ｐゴシック"/>
                <a:cs typeface="Arial"/>
              </a:rPr>
              <a:t>Problem Statement Title- </a:t>
            </a:r>
            <a:r>
              <a:rPr lang="en-US" sz="2400">
                <a:latin typeface="+mj-lt"/>
                <a:ea typeface="Calibri"/>
                <a:cs typeface="Calibri"/>
              </a:rPr>
              <a:t>AI-Powered Multi-Vendor Network Configuration, Security Compliance and Risk Audit Platform</a:t>
            </a:r>
            <a:endParaRPr lang="en-US" sz="2400" b="1">
              <a:latin typeface="+mj-lt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>
                <a:latin typeface="Arial"/>
                <a:ea typeface="ＭＳ Ｐゴシック"/>
                <a:cs typeface="Arial"/>
              </a:rPr>
              <a:t>Theme- </a:t>
            </a:r>
            <a:r>
              <a:rPr lang="en-US" sz="2400">
                <a:latin typeface="Calibri"/>
                <a:ea typeface="Calibri"/>
                <a:cs typeface="Calibri"/>
              </a:rPr>
              <a:t>BLOCKCHAIN &amp; CYBERSECURITY</a:t>
            </a:r>
            <a:endParaRPr lang="en-US" sz="1200">
              <a:latin typeface="Calibri"/>
              <a:ea typeface="Calibri"/>
              <a:cs typeface="Calibri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>
                <a:latin typeface="Arial"/>
                <a:ea typeface="ＭＳ Ｐゴシック"/>
                <a:cs typeface="Arial"/>
              </a:rPr>
              <a:t>PS Category- </a:t>
            </a:r>
            <a:r>
              <a:rPr lang="en-US" sz="2400">
                <a:latin typeface="Arial"/>
                <a:ea typeface="ＭＳ Ｐゴシック"/>
                <a:cs typeface="Arial"/>
              </a:rPr>
              <a:t>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>
                <a:latin typeface="Arial"/>
                <a:ea typeface="ＭＳ Ｐゴシック"/>
                <a:cs typeface="Arial"/>
              </a:rPr>
              <a:t>Team ID-</a:t>
            </a:r>
            <a:endParaRPr lang="en-US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>
                <a:latin typeface="Arial"/>
                <a:ea typeface="ＭＳ Ｐゴシック"/>
                <a:cs typeface="Arial"/>
              </a:rPr>
              <a:t>Team Name - </a:t>
            </a:r>
            <a:r>
              <a:rPr lang="en-US" sz="2400">
                <a:latin typeface="Arial"/>
                <a:ea typeface="ＭＳ Ｐゴシック"/>
                <a:cs typeface="Arial"/>
              </a:rPr>
              <a:t>NEXTGEN</a:t>
            </a:r>
            <a:endParaRPr lang="en-IN" sz="2400">
              <a:latin typeface="Arial"/>
              <a:ea typeface="ＭＳ Ｐゴシック"/>
              <a:cs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Top Corners Rounded 2">
            <a:extLst>
              <a:ext uri="{FF2B5EF4-FFF2-40B4-BE49-F238E27FC236}">
                <a16:creationId xmlns:a16="http://schemas.microsoft.com/office/drawing/2014/main" id="{966D3178-865F-94B1-C16B-97E7CE6E6B8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1920" y="950976"/>
            <a:ext cx="2575560" cy="542544"/>
          </a:xfrm>
          <a:prstGeom prst="round2SameRect">
            <a:avLst>
              <a:gd name="adj1" fmla="val 50000"/>
              <a:gd name="adj2" fmla="val 3371"/>
            </a:avLst>
          </a:prstGeom>
          <a:solidFill>
            <a:srgbClr val="B0001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Image 2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01640"/>
            <a:ext cx="12192000" cy="914400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2120" y="5516880"/>
            <a:ext cx="2720340" cy="861060"/>
          </a:xfrm>
          <a:prstGeom prst="rect">
            <a:avLst/>
          </a:prstGeom>
        </p:spPr>
      </p:pic>
      <p:pic>
        <p:nvPicPr>
          <p:cNvPr id="10" name="Image 4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36480" y="6195060"/>
            <a:ext cx="45720" cy="45720"/>
          </a:xfrm>
          <a:prstGeom prst="rect">
            <a:avLst/>
          </a:prstGeom>
        </p:spPr>
      </p:pic>
      <p:pic>
        <p:nvPicPr>
          <p:cNvPr id="11" name="Image 5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36480" y="6035040"/>
            <a:ext cx="45720" cy="38100"/>
          </a:xfrm>
          <a:prstGeom prst="rect">
            <a:avLst/>
          </a:prstGeom>
        </p:spPr>
      </p:pic>
      <p:pic>
        <p:nvPicPr>
          <p:cNvPr id="12" name="Image 6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36480" y="5867400"/>
            <a:ext cx="45720" cy="45720"/>
          </a:xfrm>
          <a:prstGeom prst="rect">
            <a:avLst/>
          </a:prstGeom>
        </p:spPr>
      </p:pic>
      <p:pic>
        <p:nvPicPr>
          <p:cNvPr id="13" name="Image 7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79280" y="5775960"/>
            <a:ext cx="243840" cy="342900"/>
          </a:xfrm>
          <a:prstGeom prst="rect">
            <a:avLst/>
          </a:prstGeom>
        </p:spPr>
      </p:pic>
      <p:sp>
        <p:nvSpPr>
          <p:cNvPr id="14" name="Text 4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58400" y="5974080"/>
            <a:ext cx="192024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260"/>
              </a:lnSpc>
            </a:pPr>
            <a:r>
              <a:rPr lang="en-US" sz="900" b="1">
                <a:solidFill>
                  <a:srgbClr val="0431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Web-based multi-user platform</a:t>
            </a:r>
            <a:endParaRPr lang="en-US" sz="900">
              <a:solidFill>
                <a:srgbClr val="04317B"/>
              </a:solidFill>
            </a:endParaRPr>
          </a:p>
          <a:p>
            <a:pPr>
              <a:lnSpc>
                <a:spcPts val="1260"/>
              </a:lnSpc>
            </a:pPr>
            <a:r>
              <a:rPr lang="en-US" sz="900">
                <a:solidFill>
                  <a:srgbClr val="0431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Integration with enterprise workflows</a:t>
            </a:r>
            <a:endParaRPr lang="en-US" sz="900">
              <a:solidFill>
                <a:srgbClr val="04317B"/>
              </a:solidFill>
            </a:endParaRPr>
          </a:p>
        </p:txBody>
      </p:sp>
      <p:sp>
        <p:nvSpPr>
          <p:cNvPr id="15" name="Text 5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66020" y="5814060"/>
            <a:ext cx="16230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840"/>
              </a:lnSpc>
            </a:pPr>
            <a:r>
              <a:rPr lang="en-US" sz="900">
                <a:solidFill>
                  <a:srgbClr val="0431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vendors and controls</a:t>
            </a:r>
            <a:endParaRPr lang="en-US" sz="900">
              <a:solidFill>
                <a:srgbClr val="04317B"/>
              </a:solidFill>
            </a:endParaRPr>
          </a:p>
        </p:txBody>
      </p:sp>
      <p:sp>
        <p:nvSpPr>
          <p:cNvPr id="16" name="Text 6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921240" y="5570220"/>
            <a:ext cx="80772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982"/>
              </a:lnSpc>
            </a:pPr>
            <a:r>
              <a:rPr lang="en-US" sz="1000" b="1">
                <a:solidFill>
                  <a:srgbClr val="0020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Scope</a:t>
            </a:r>
            <a:endParaRPr lang="en-US" sz="1000">
              <a:solidFill>
                <a:srgbClr val="002060"/>
              </a:solidFill>
            </a:endParaRPr>
          </a:p>
        </p:txBody>
      </p:sp>
      <p:sp>
        <p:nvSpPr>
          <p:cNvPr id="17" name="Shape 7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1920" y="5768340"/>
            <a:ext cx="9182100" cy="617220"/>
          </a:xfrm>
          <a:prstGeom prst="roundRect">
            <a:avLst>
              <a:gd name="adj" fmla="val 2778"/>
            </a:avLst>
          </a:prstGeom>
          <a:solidFill>
            <a:srgbClr val="F9FDFC"/>
          </a:solidFill>
          <a:ln w="9525">
            <a:solidFill>
              <a:srgbClr val="B0DE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8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101840" y="5798820"/>
            <a:ext cx="2110740" cy="556260"/>
          </a:xfrm>
          <a:prstGeom prst="roundRect">
            <a:avLst>
              <a:gd name="adj" fmla="val 8219"/>
            </a:avLst>
          </a:prstGeom>
          <a:solidFill>
            <a:srgbClr val="E9F8F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9" name="Image 8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92340" y="5913120"/>
            <a:ext cx="243840" cy="335280"/>
          </a:xfrm>
          <a:prstGeom prst="rect">
            <a:avLst/>
          </a:prstGeom>
        </p:spPr>
      </p:pic>
      <p:sp>
        <p:nvSpPr>
          <p:cNvPr id="20" name="Text 9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787640" y="6004560"/>
            <a:ext cx="1371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146"/>
              </a:lnSpc>
            </a:pPr>
            <a:r>
              <a:rPr lang="en-US" sz="800">
                <a:solidFill>
                  <a:srgbClr val="0042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input → same output</a:t>
            </a:r>
            <a:endParaRPr lang="en-US" sz="800">
              <a:solidFill>
                <a:srgbClr val="004233"/>
              </a:solidFill>
            </a:endParaRPr>
          </a:p>
          <a:p>
            <a:pPr>
              <a:lnSpc>
                <a:spcPts val="1146"/>
              </a:lnSpc>
            </a:pPr>
            <a:r>
              <a:rPr lang="en-US" sz="800">
                <a:solidFill>
                  <a:srgbClr val="0042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(5+ runs)</a:t>
            </a:r>
            <a:endParaRPr lang="en-US" sz="800">
              <a:solidFill>
                <a:srgbClr val="004233"/>
              </a:solidFill>
            </a:endParaRPr>
          </a:p>
        </p:txBody>
      </p:sp>
      <p:sp>
        <p:nvSpPr>
          <p:cNvPr id="21" name="Text 1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787640" y="5859780"/>
            <a:ext cx="1348740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950"/>
              </a:lnSpc>
            </a:pPr>
            <a:r>
              <a:rPr lang="en-US" sz="1000" b="1">
                <a:solidFill>
                  <a:srgbClr val="0042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Reproducible Results</a:t>
            </a:r>
            <a:endParaRPr lang="en-US" sz="1000">
              <a:solidFill>
                <a:srgbClr val="004233"/>
              </a:solidFill>
            </a:endParaRPr>
          </a:p>
        </p:txBody>
      </p:sp>
      <p:pic>
        <p:nvPicPr>
          <p:cNvPr id="22" name="Image 9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18020" y="5875020"/>
            <a:ext cx="22860" cy="403860"/>
          </a:xfrm>
          <a:prstGeom prst="rect">
            <a:avLst/>
          </a:prstGeom>
        </p:spPr>
      </p:pic>
      <p:sp>
        <p:nvSpPr>
          <p:cNvPr id="23" name="Shape 1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716780" y="5798820"/>
            <a:ext cx="2217420" cy="541020"/>
          </a:xfrm>
          <a:prstGeom prst="roundRect">
            <a:avLst>
              <a:gd name="adj" fmla="val 9859"/>
            </a:avLst>
          </a:prstGeom>
          <a:solidFill>
            <a:srgbClr val="E9F8FD"/>
          </a:solidFill>
          <a:ln w="19050">
            <a:solidFill>
              <a:srgbClr val="EBF8F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4" name="Image 1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92040" y="5913120"/>
            <a:ext cx="411480" cy="289560"/>
          </a:xfrm>
          <a:prstGeom prst="rect">
            <a:avLst/>
          </a:prstGeom>
        </p:spPr>
      </p:pic>
      <p:sp>
        <p:nvSpPr>
          <p:cNvPr id="25" name="Text 1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486400" y="6004560"/>
            <a:ext cx="1295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990"/>
              </a:lnSpc>
            </a:pPr>
            <a:r>
              <a:rPr lang="en-US" sz="800">
                <a:solidFill>
                  <a:srgbClr val="0042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End-to-end workflow</a:t>
            </a:r>
            <a:endParaRPr lang="en-US" sz="800">
              <a:solidFill>
                <a:srgbClr val="004233"/>
              </a:solidFill>
            </a:endParaRPr>
          </a:p>
          <a:p>
            <a:pPr>
              <a:lnSpc>
                <a:spcPts val="990"/>
              </a:lnSpc>
            </a:pPr>
            <a:r>
              <a:rPr lang="en-US" sz="800">
                <a:solidFill>
                  <a:srgbClr val="0042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working</a:t>
            </a:r>
            <a:endParaRPr lang="en-US" sz="800">
              <a:solidFill>
                <a:srgbClr val="004233"/>
              </a:solidFill>
            </a:endParaRPr>
          </a:p>
        </p:txBody>
      </p:sp>
      <p:sp>
        <p:nvSpPr>
          <p:cNvPr id="26" name="Text 13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486400" y="5859780"/>
            <a:ext cx="1356360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810"/>
              </a:lnSpc>
            </a:pPr>
            <a:r>
              <a:rPr lang="en-US" sz="1000" b="1">
                <a:solidFill>
                  <a:srgbClr val="0042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 Mapping + Approval</a:t>
            </a:r>
            <a:endParaRPr lang="en-US" sz="1000">
              <a:solidFill>
                <a:srgbClr val="004233"/>
              </a:solidFill>
            </a:endParaRPr>
          </a:p>
        </p:txBody>
      </p:sp>
      <p:pic>
        <p:nvPicPr>
          <p:cNvPr id="27" name="Image 11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25340" y="5875020"/>
            <a:ext cx="15240" cy="403860"/>
          </a:xfrm>
          <a:prstGeom prst="rect">
            <a:avLst/>
          </a:prstGeom>
        </p:spPr>
      </p:pic>
      <p:sp>
        <p:nvSpPr>
          <p:cNvPr id="28" name="Shape 14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91740" y="5806440"/>
            <a:ext cx="2057400" cy="533400"/>
          </a:xfrm>
          <a:prstGeom prst="roundRect">
            <a:avLst>
              <a:gd name="adj" fmla="val 5714"/>
            </a:avLst>
          </a:prstGeom>
          <a:solidFill>
            <a:srgbClr val="E9F8F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9" name="Image 12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697480" y="5905500"/>
            <a:ext cx="251460" cy="342900"/>
          </a:xfrm>
          <a:prstGeom prst="rect">
            <a:avLst/>
          </a:prstGeom>
        </p:spPr>
      </p:pic>
      <p:sp>
        <p:nvSpPr>
          <p:cNvPr id="30" name="Text 15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192780" y="6004560"/>
            <a:ext cx="12801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091"/>
              </a:lnSpc>
            </a:pPr>
            <a:r>
              <a:rPr lang="en-US" sz="800">
                <a:solidFill>
                  <a:srgbClr val="004233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Pass/Fail/Unknown</a:t>
            </a:r>
            <a:endParaRPr lang="en-US" sz="800">
              <a:solidFill>
                <a:srgbClr val="004233"/>
              </a:solidFill>
              <a:latin typeface="Aptos" panose="020B0004020202020204" pitchFamily="34" charset="0"/>
            </a:endParaRPr>
          </a:p>
          <a:p>
            <a:pPr>
              <a:lnSpc>
                <a:spcPts val="1091"/>
              </a:lnSpc>
            </a:pPr>
            <a:r>
              <a:rPr lang="en-US" sz="800">
                <a:solidFill>
                  <a:srgbClr val="004233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demonstrated</a:t>
            </a:r>
            <a:endParaRPr lang="en-US" sz="800">
              <a:solidFill>
                <a:srgbClr val="004233"/>
              </a:solidFill>
              <a:latin typeface="Aptos" panose="020B0004020202020204" pitchFamily="34" charset="0"/>
            </a:endParaRPr>
          </a:p>
        </p:txBody>
      </p:sp>
      <p:sp>
        <p:nvSpPr>
          <p:cNvPr id="31" name="Text 16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192780" y="5867400"/>
            <a:ext cx="11811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766"/>
              </a:lnSpc>
            </a:pPr>
            <a:r>
              <a:rPr lang="en-US" sz="1000" b="1">
                <a:solidFill>
                  <a:srgbClr val="0042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Compliance States</a:t>
            </a:r>
            <a:endParaRPr lang="en-US" sz="1000" b="1">
              <a:solidFill>
                <a:srgbClr val="004233"/>
              </a:solidFill>
            </a:endParaRPr>
          </a:p>
        </p:txBody>
      </p:sp>
      <p:pic>
        <p:nvPicPr>
          <p:cNvPr id="32" name="Image 13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400300" y="5867400"/>
            <a:ext cx="22860" cy="419100"/>
          </a:xfrm>
          <a:prstGeom prst="rect">
            <a:avLst/>
          </a:prstGeom>
        </p:spPr>
      </p:pic>
      <p:sp>
        <p:nvSpPr>
          <p:cNvPr id="33" name="Shape 17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7640" y="5783580"/>
            <a:ext cx="2164080" cy="586740"/>
          </a:xfrm>
          <a:prstGeom prst="roundRect">
            <a:avLst>
              <a:gd name="adj" fmla="val 8442"/>
            </a:avLst>
          </a:prstGeom>
          <a:solidFill>
            <a:srgbClr val="EAF9FD"/>
          </a:solidFill>
          <a:ln w="9525">
            <a:solidFill>
              <a:srgbClr val="F2FCF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4" name="Image 14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03860" y="5913120"/>
            <a:ext cx="205740" cy="335280"/>
          </a:xfrm>
          <a:prstGeom prst="rect">
            <a:avLst/>
          </a:prstGeom>
        </p:spPr>
      </p:pic>
      <p:sp>
        <p:nvSpPr>
          <p:cNvPr id="35" name="Text 18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30580" y="5859780"/>
            <a:ext cx="14935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961"/>
              </a:lnSpc>
            </a:pPr>
            <a:r>
              <a:rPr lang="en-US" sz="1000" b="1">
                <a:solidFill>
                  <a:srgbClr val="0042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Deterministic Evaluation</a:t>
            </a:r>
            <a:endParaRPr lang="en-US" sz="1000">
              <a:solidFill>
                <a:srgbClr val="004233"/>
              </a:solidFill>
            </a:endParaRPr>
          </a:p>
          <a:p>
            <a:pPr>
              <a:lnSpc>
                <a:spcPts val="961"/>
              </a:lnSpc>
            </a:pPr>
            <a:r>
              <a:rPr lang="en-US" sz="800">
                <a:solidFill>
                  <a:srgbClr val="0042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</a:t>
            </a:r>
            <a:r>
              <a:rPr lang="en-US" sz="810">
                <a:solidFill>
                  <a:srgbClr val="0042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seconds </a:t>
            </a:r>
            <a:endParaRPr lang="en-US" sz="800">
              <a:solidFill>
                <a:srgbClr val="004233"/>
              </a:solidFill>
            </a:endParaRPr>
          </a:p>
          <a:p>
            <a:pPr>
              <a:lnSpc>
                <a:spcPts val="961"/>
              </a:lnSpc>
            </a:pPr>
            <a:r>
              <a:rPr lang="en-US" sz="800">
                <a:solidFill>
                  <a:srgbClr val="0042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for~2,000 lines
(4-core CPU/8GB RAM)</a:t>
            </a:r>
            <a:endParaRPr lang="en-US" sz="800">
              <a:solidFill>
                <a:srgbClr val="004233"/>
              </a:solidFill>
            </a:endParaRPr>
          </a:p>
        </p:txBody>
      </p:sp>
      <p:sp>
        <p:nvSpPr>
          <p:cNvPr id="36" name="Text 19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01980" y="5562600"/>
            <a:ext cx="34290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087"/>
              </a:lnSpc>
            </a:pPr>
            <a:r>
              <a:rPr lang="en-US" sz="1007" b="1">
                <a:solidFill>
                  <a:srgbClr val="EDFB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MVP Validation (Target /Measured on Reference Setup)</a:t>
            </a:r>
            <a:endParaRPr lang="en-US" sz="1007">
              <a:solidFill>
                <a:srgbClr val="EDFBF9"/>
              </a:solidFill>
            </a:endParaRPr>
          </a:p>
        </p:txBody>
      </p:sp>
      <p:pic>
        <p:nvPicPr>
          <p:cNvPr id="37" name="Image 15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97180" y="5547360"/>
            <a:ext cx="198120" cy="198120"/>
          </a:xfrm>
          <a:prstGeom prst="rect">
            <a:avLst/>
          </a:prstGeom>
        </p:spPr>
      </p:pic>
      <p:sp>
        <p:nvSpPr>
          <p:cNvPr id="38" name="Shape 2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01940" y="4168140"/>
            <a:ext cx="1409700" cy="1295400"/>
          </a:xfrm>
          <a:prstGeom prst="rect">
            <a:avLst/>
          </a:prstGeom>
          <a:solidFill>
            <a:srgbClr val="F9FCFD"/>
          </a:solidFill>
          <a:ln w="9525">
            <a:solidFill>
              <a:srgbClr val="DBEE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2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33460" y="4210050"/>
            <a:ext cx="632460" cy="1207770"/>
          </a:xfrm>
          <a:prstGeom prst="roundRect">
            <a:avLst>
              <a:gd name="adj" fmla="val 11747"/>
            </a:avLst>
          </a:prstGeom>
          <a:solidFill>
            <a:srgbClr val="EBF4FD"/>
          </a:solidFill>
          <a:ln w="9525">
            <a:solidFill>
              <a:srgbClr val="C2DE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0" name="Image 16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812530" y="4462272"/>
            <a:ext cx="346710" cy="376428"/>
          </a:xfrm>
          <a:prstGeom prst="rect">
            <a:avLst/>
          </a:prstGeom>
        </p:spPr>
      </p:pic>
      <p:sp>
        <p:nvSpPr>
          <p:cNvPr id="41" name="Text 2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812530" y="4983480"/>
            <a:ext cx="2514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510"/>
              </a:lnSpc>
            </a:pPr>
            <a:r>
              <a:rPr lang="en-US" sz="700" b="1">
                <a:solidFill>
                  <a:srgbClr val="0020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Jinja2</a:t>
            </a:r>
            <a:endParaRPr lang="en-US" sz="700">
              <a:solidFill>
                <a:srgbClr val="002060"/>
              </a:solidFill>
            </a:endParaRPr>
          </a:p>
        </p:txBody>
      </p:sp>
      <p:sp>
        <p:nvSpPr>
          <p:cNvPr id="42" name="Shape 23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70520" y="4221480"/>
            <a:ext cx="647700" cy="1196340"/>
          </a:xfrm>
          <a:prstGeom prst="roundRect">
            <a:avLst>
              <a:gd name="adj" fmla="val 10294"/>
            </a:avLst>
          </a:prstGeom>
          <a:solidFill>
            <a:srgbClr val="EFF8FD"/>
          </a:solidFill>
          <a:ln w="19050">
            <a:solidFill>
              <a:srgbClr val="EBF4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3" name="Image 17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119110" y="4506351"/>
            <a:ext cx="342900" cy="378069"/>
          </a:xfrm>
          <a:prstGeom prst="rect">
            <a:avLst/>
          </a:prstGeom>
        </p:spPr>
      </p:pic>
      <p:sp>
        <p:nvSpPr>
          <p:cNvPr id="44" name="Text 24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164830" y="4994910"/>
            <a:ext cx="297180" cy="129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515"/>
              </a:lnSpc>
            </a:pPr>
            <a:r>
              <a:rPr lang="en-US" sz="700" b="1">
                <a:solidFill>
                  <a:srgbClr val="0020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</a:t>
            </a:r>
            <a:endParaRPr lang="en-US" sz="700">
              <a:solidFill>
                <a:srgbClr val="002060"/>
              </a:solidFill>
            </a:endParaRPr>
          </a:p>
        </p:txBody>
      </p:sp>
      <p:sp>
        <p:nvSpPr>
          <p:cNvPr id="45" name="Shape 25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01940" y="3916680"/>
            <a:ext cx="1409700" cy="243840"/>
          </a:xfrm>
          <a:prstGeom prst="roundRect">
            <a:avLst>
              <a:gd name="adj" fmla="val 6250"/>
            </a:avLst>
          </a:prstGeom>
          <a:solidFill>
            <a:srgbClr val="025FB5"/>
          </a:solidFill>
          <a:ln w="9525">
            <a:solidFill>
              <a:srgbClr val="2F78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26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001000" y="3962400"/>
            <a:ext cx="9753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925"/>
              </a:lnSpc>
            </a:pPr>
            <a:r>
              <a:rPr lang="en-US" sz="896" b="1">
                <a:solidFill>
                  <a:schemeClr val="bg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 Stack (MVP)</a:t>
            </a:r>
            <a:endParaRPr lang="en-US" sz="896">
              <a:solidFill>
                <a:schemeClr val="bg2"/>
              </a:solidFill>
            </a:endParaRPr>
          </a:p>
        </p:txBody>
      </p:sp>
      <p:pic>
        <p:nvPicPr>
          <p:cNvPr id="47" name="Image 18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735580" y="3893820"/>
            <a:ext cx="5120640" cy="1577340"/>
          </a:xfrm>
          <a:prstGeom prst="rect">
            <a:avLst/>
          </a:prstGeom>
        </p:spPr>
      </p:pic>
      <p:sp>
        <p:nvSpPr>
          <p:cNvPr id="48" name="Shape 27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04160" y="5242560"/>
            <a:ext cx="4983480" cy="205740"/>
          </a:xfrm>
          <a:prstGeom prst="roundRect">
            <a:avLst>
              <a:gd name="adj" fmla="val 5556"/>
            </a:avLst>
          </a:prstGeom>
          <a:solidFill>
            <a:srgbClr val="FBDEE4"/>
          </a:solidFill>
          <a:ln w="9525">
            <a:solidFill>
              <a:srgbClr val="FBEA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9" name="Image 19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261360" y="5280660"/>
            <a:ext cx="144780" cy="144780"/>
          </a:xfrm>
          <a:prstGeom prst="rect">
            <a:avLst/>
          </a:prstGeom>
        </p:spPr>
      </p:pic>
      <p:sp>
        <p:nvSpPr>
          <p:cNvPr id="50" name="Text 28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451860" y="5280660"/>
            <a:ext cx="39243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626"/>
              </a:lnSpc>
            </a:pPr>
            <a:r>
              <a:rPr lang="en-US" sz="582" b="1">
                <a:solidFill>
                  <a:srgbClr val="CA00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automated execution of configuration commands. Output is limited to analysis, suggestions and reports.</a:t>
            </a:r>
            <a:endParaRPr lang="en-US" sz="582">
              <a:solidFill>
                <a:srgbClr val="CA0015"/>
              </a:solidFill>
            </a:endParaRPr>
          </a:p>
        </p:txBody>
      </p:sp>
      <p:sp>
        <p:nvSpPr>
          <p:cNvPr id="51" name="Shape 29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625340" y="5021580"/>
            <a:ext cx="1501140" cy="213360"/>
          </a:xfrm>
          <a:prstGeom prst="roundRect">
            <a:avLst>
              <a:gd name="adj" fmla="val 14286"/>
            </a:avLst>
          </a:prstGeom>
          <a:solidFill>
            <a:srgbClr val="E3F3FC"/>
          </a:solidFill>
          <a:ln w="9525">
            <a:solidFill>
              <a:srgbClr val="D0E2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2" name="Image 2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732020" y="5044440"/>
            <a:ext cx="167640" cy="160020"/>
          </a:xfrm>
          <a:prstGeom prst="rect">
            <a:avLst/>
          </a:prstGeom>
        </p:spPr>
      </p:pic>
      <p:sp>
        <p:nvSpPr>
          <p:cNvPr id="53" name="Text 3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953000" y="5059680"/>
            <a:ext cx="1074420" cy="129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717"/>
              </a:lnSpc>
            </a:pPr>
            <a:r>
              <a:rPr lang="en-US" sz="659" b="1">
                <a:solidFill>
                  <a:srgbClr val="0008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Log (Hash-Chained)</a:t>
            </a:r>
            <a:endParaRPr lang="en-US" sz="659">
              <a:solidFill>
                <a:srgbClr val="000863"/>
              </a:solidFill>
            </a:endParaRPr>
          </a:p>
        </p:txBody>
      </p:sp>
      <p:pic>
        <p:nvPicPr>
          <p:cNvPr id="54" name="Image 21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118860" y="5105400"/>
            <a:ext cx="1318260" cy="22860"/>
          </a:xfrm>
          <a:prstGeom prst="rect">
            <a:avLst/>
          </a:prstGeom>
        </p:spPr>
      </p:pic>
      <p:pic>
        <p:nvPicPr>
          <p:cNvPr id="55" name="Image 22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131820" y="5074920"/>
            <a:ext cx="1485900" cy="53340"/>
          </a:xfrm>
          <a:prstGeom prst="rect">
            <a:avLst/>
          </a:prstGeom>
        </p:spPr>
      </p:pic>
      <p:pic>
        <p:nvPicPr>
          <p:cNvPr id="56" name="Image 23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421880" y="4937760"/>
            <a:ext cx="76200" cy="190500"/>
          </a:xfrm>
          <a:prstGeom prst="rect">
            <a:avLst/>
          </a:prstGeom>
        </p:spPr>
      </p:pic>
      <p:sp>
        <p:nvSpPr>
          <p:cNvPr id="57" name="Shape 3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147560" y="4183380"/>
            <a:ext cx="647700" cy="731520"/>
          </a:xfrm>
          <a:prstGeom prst="roundRect">
            <a:avLst>
              <a:gd name="adj" fmla="val 8824"/>
            </a:avLst>
          </a:prstGeom>
          <a:solidFill>
            <a:srgbClr val="E3FBF5"/>
          </a:solidFill>
          <a:ln w="9525">
            <a:solidFill>
              <a:srgbClr val="A5E3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8" name="Image 24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383780" y="4274820"/>
            <a:ext cx="182880" cy="228600"/>
          </a:xfrm>
          <a:prstGeom prst="rect">
            <a:avLst/>
          </a:prstGeom>
        </p:spPr>
      </p:pic>
      <p:sp>
        <p:nvSpPr>
          <p:cNvPr id="59" name="Text 3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193280" y="4693920"/>
            <a:ext cx="563880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551"/>
              </a:lnSpc>
            </a:pPr>
            <a:r>
              <a:rPr lang="en-US" sz="570" b="1">
                <a:solidFill>
                  <a:srgbClr val="024E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(PDF+Hash/QR)</a:t>
            </a:r>
            <a:endParaRPr lang="en-US" sz="570">
              <a:solidFill>
                <a:srgbClr val="024E40"/>
              </a:solidFill>
            </a:endParaRPr>
          </a:p>
        </p:txBody>
      </p:sp>
      <p:sp>
        <p:nvSpPr>
          <p:cNvPr id="60" name="Text 33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185660" y="4564380"/>
            <a:ext cx="586740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606"/>
              </a:lnSpc>
            </a:pPr>
            <a:r>
              <a:rPr lang="en-US" sz="630">
                <a:solidFill>
                  <a:srgbClr val="024E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&amp; Export</a:t>
            </a:r>
            <a:endParaRPr lang="en-US" sz="630">
              <a:solidFill>
                <a:srgbClr val="024E40"/>
              </a:solidFill>
            </a:endParaRPr>
          </a:p>
        </p:txBody>
      </p:sp>
      <p:pic>
        <p:nvPicPr>
          <p:cNvPr id="61" name="Image 25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063740" y="4511040"/>
            <a:ext cx="91440" cy="83820"/>
          </a:xfrm>
          <a:prstGeom prst="rect">
            <a:avLst/>
          </a:prstGeom>
        </p:spPr>
      </p:pic>
      <p:sp>
        <p:nvSpPr>
          <p:cNvPr id="62" name="Shape 34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00800" y="4175760"/>
            <a:ext cx="662940" cy="746760"/>
          </a:xfrm>
          <a:prstGeom prst="roundRect">
            <a:avLst>
              <a:gd name="adj" fmla="val 10057"/>
            </a:avLst>
          </a:prstGeom>
          <a:solidFill>
            <a:srgbClr val="FCF2F2"/>
          </a:solidFill>
          <a:ln w="9525">
            <a:solidFill>
              <a:srgbClr val="F9D0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3" name="Image 26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621780" y="4282440"/>
            <a:ext cx="228600" cy="236220"/>
          </a:xfrm>
          <a:prstGeom prst="rect">
            <a:avLst/>
          </a:prstGeom>
        </p:spPr>
      </p:pic>
      <p:sp>
        <p:nvSpPr>
          <p:cNvPr id="64" name="Text 35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38900" y="4686300"/>
            <a:ext cx="60198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654"/>
              </a:lnSpc>
            </a:pPr>
            <a:r>
              <a:rPr lang="en-US" sz="608" b="1">
                <a:solidFill>
                  <a:srgbClr val="FF49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(CIS/NIST/STIG)</a:t>
            </a:r>
            <a:endParaRPr lang="en-US" sz="608">
              <a:solidFill>
                <a:srgbClr val="FF490A"/>
              </a:solidFill>
            </a:endParaRPr>
          </a:p>
        </p:txBody>
      </p:sp>
      <p:sp>
        <p:nvSpPr>
          <p:cNvPr id="65" name="Text 36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99860" y="4564380"/>
            <a:ext cx="472440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554"/>
              </a:lnSpc>
            </a:pPr>
            <a:r>
              <a:rPr lang="en-US" sz="622" b="1">
                <a:solidFill>
                  <a:srgbClr val="FF49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 Engine</a:t>
            </a:r>
            <a:endParaRPr lang="en-US" sz="622">
              <a:solidFill>
                <a:srgbClr val="FF490A"/>
              </a:solidFill>
            </a:endParaRPr>
          </a:p>
        </p:txBody>
      </p:sp>
      <p:sp>
        <p:nvSpPr>
          <p:cNvPr id="66" name="Shape 37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242560" y="4168140"/>
            <a:ext cx="1066800" cy="350520"/>
          </a:xfrm>
          <a:prstGeom prst="roundRect">
            <a:avLst>
              <a:gd name="adj" fmla="val 8696"/>
            </a:avLst>
          </a:prstGeom>
          <a:solidFill>
            <a:srgbClr val="EBE2FC"/>
          </a:solidFill>
          <a:ln w="19050">
            <a:solidFill>
              <a:srgbClr val="E4D9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7" name="Image 27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311140" y="4221480"/>
            <a:ext cx="236220" cy="236220"/>
          </a:xfrm>
          <a:prstGeom prst="rect">
            <a:avLst/>
          </a:prstGeom>
        </p:spPr>
      </p:pic>
      <p:sp>
        <p:nvSpPr>
          <p:cNvPr id="68" name="Text 38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577840" y="4213860"/>
            <a:ext cx="640080" cy="23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806"/>
              </a:lnSpc>
            </a:pPr>
            <a:r>
              <a:rPr lang="en-US" sz="615" b="1">
                <a:solidFill>
                  <a:srgbClr val="7711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 Suggestion</a:t>
            </a:r>
            <a:endParaRPr lang="en-US" sz="615">
              <a:solidFill>
                <a:srgbClr val="7711FC"/>
              </a:solidFill>
            </a:endParaRPr>
          </a:p>
          <a:p>
            <a:pPr algn="ctr">
              <a:lnSpc>
                <a:spcPts val="806"/>
              </a:lnSpc>
            </a:pPr>
            <a:r>
              <a:rPr lang="en-US" sz="600">
                <a:solidFill>
                  <a:srgbClr val="7711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(Unmapped lines)</a:t>
            </a:r>
            <a:endParaRPr lang="en-US" sz="600">
              <a:solidFill>
                <a:srgbClr val="7711FC"/>
              </a:solidFill>
            </a:endParaRPr>
          </a:p>
        </p:txBody>
      </p:sp>
      <p:sp>
        <p:nvSpPr>
          <p:cNvPr id="69" name="Shape 39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250180" y="4564380"/>
            <a:ext cx="1051560" cy="350520"/>
          </a:xfrm>
          <a:prstGeom prst="roundRect">
            <a:avLst>
              <a:gd name="adj" fmla="val 4891"/>
            </a:avLst>
          </a:prstGeom>
          <a:solidFill>
            <a:srgbClr val="EBE4FD"/>
          </a:solidFill>
          <a:ln w="9525">
            <a:solidFill>
              <a:srgbClr val="DDD4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Text 4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570220" y="4617720"/>
            <a:ext cx="77724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960"/>
              </a:lnSpc>
            </a:pPr>
            <a:r>
              <a:rPr lang="en-US" sz="786" b="1">
                <a:solidFill>
                  <a:srgbClr val="6804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</a:t>
            </a:r>
            <a:r>
              <a:rPr lang="en-US" sz="786" b="1">
                <a:solidFill>
                  <a:srgbClr val="6F6B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786" b="1">
                <a:solidFill>
                  <a:srgbClr val="6804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Approval</a:t>
            </a:r>
            <a:endParaRPr lang="en-US" sz="642">
              <a:solidFill>
                <a:srgbClr val="6804F3"/>
              </a:solidFill>
            </a:endParaRPr>
          </a:p>
          <a:p>
            <a:pPr>
              <a:lnSpc>
                <a:spcPts val="960"/>
              </a:lnSpc>
            </a:pPr>
            <a:r>
              <a:rPr lang="en-US" sz="642">
                <a:solidFill>
                  <a:srgbClr val="6804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(Single Reviewer)</a:t>
            </a:r>
            <a:endParaRPr lang="en-US" sz="642">
              <a:solidFill>
                <a:srgbClr val="6804F3"/>
              </a:solidFill>
            </a:endParaRPr>
          </a:p>
        </p:txBody>
      </p:sp>
      <p:pic>
        <p:nvPicPr>
          <p:cNvPr id="71" name="Image 28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334000" y="4632960"/>
            <a:ext cx="175260" cy="205740"/>
          </a:xfrm>
          <a:prstGeom prst="rect">
            <a:avLst/>
          </a:prstGeom>
        </p:spPr>
      </p:pic>
      <p:pic>
        <p:nvPicPr>
          <p:cNvPr id="72" name="Image 29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294120" y="4511040"/>
            <a:ext cx="114300" cy="236220"/>
          </a:xfrm>
          <a:prstGeom prst="rect">
            <a:avLst/>
          </a:prstGeom>
        </p:spPr>
      </p:pic>
      <p:pic>
        <p:nvPicPr>
          <p:cNvPr id="73" name="Image 3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316980" y="4518660"/>
            <a:ext cx="83820" cy="76200"/>
          </a:xfrm>
          <a:prstGeom prst="rect">
            <a:avLst/>
          </a:prstGeom>
        </p:spPr>
      </p:pic>
      <p:pic>
        <p:nvPicPr>
          <p:cNvPr id="74" name="Image 31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105400" y="4328160"/>
            <a:ext cx="152400" cy="434340"/>
          </a:xfrm>
          <a:prstGeom prst="rect">
            <a:avLst/>
          </a:prstGeom>
        </p:spPr>
      </p:pic>
      <p:sp>
        <p:nvSpPr>
          <p:cNvPr id="75" name="Shape 4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96740" y="4168140"/>
            <a:ext cx="701040" cy="792480"/>
          </a:xfrm>
          <a:prstGeom prst="roundRect">
            <a:avLst>
              <a:gd name="adj" fmla="val 9511"/>
            </a:avLst>
          </a:prstGeom>
          <a:solidFill>
            <a:srgbClr val="DFF9F1"/>
          </a:solidFill>
          <a:ln w="9525">
            <a:solidFill>
              <a:srgbClr val="ADE5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6" name="Image 32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4648200" y="4259580"/>
            <a:ext cx="198120" cy="243840"/>
          </a:xfrm>
          <a:prstGeom prst="rect">
            <a:avLst/>
          </a:prstGeom>
        </p:spPr>
      </p:pic>
      <p:sp>
        <p:nvSpPr>
          <p:cNvPr id="77" name="Text 4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450080" y="4541520"/>
            <a:ext cx="62484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827"/>
              </a:lnSpc>
            </a:pPr>
            <a:r>
              <a:rPr lang="en-US" sz="671" b="1">
                <a:solidFill>
                  <a:srgbClr val="014A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Common</a:t>
            </a:r>
            <a:endParaRPr lang="en-US" sz="671">
              <a:solidFill>
                <a:srgbClr val="014A3E"/>
              </a:solidFill>
            </a:endParaRPr>
          </a:p>
          <a:p>
            <a:pPr algn="ctr">
              <a:lnSpc>
                <a:spcPts val="827"/>
              </a:lnSpc>
            </a:pPr>
            <a:r>
              <a:rPr lang="en-US" sz="671" b="1">
                <a:solidFill>
                  <a:srgbClr val="0066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Model</a:t>
            </a:r>
            <a:endParaRPr lang="en-US" sz="671">
              <a:solidFill>
                <a:srgbClr val="006600"/>
              </a:solidFill>
            </a:endParaRPr>
          </a:p>
          <a:p>
            <a:pPr algn="ctr">
              <a:lnSpc>
                <a:spcPts val="827"/>
              </a:lnSpc>
            </a:pPr>
            <a:r>
              <a:rPr lang="en-US" sz="671" b="1">
                <a:solidFill>
                  <a:srgbClr val="0066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(CSM)</a:t>
            </a:r>
            <a:endParaRPr lang="en-US" sz="671">
              <a:solidFill>
                <a:srgbClr val="006600"/>
              </a:solidFill>
            </a:endParaRPr>
          </a:p>
        </p:txBody>
      </p:sp>
      <p:pic>
        <p:nvPicPr>
          <p:cNvPr id="78" name="Image 33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4312920" y="4511040"/>
            <a:ext cx="91440" cy="83820"/>
          </a:xfrm>
          <a:prstGeom prst="rect">
            <a:avLst/>
          </a:prstGeom>
        </p:spPr>
      </p:pic>
      <p:pic>
        <p:nvPicPr>
          <p:cNvPr id="79" name="Image 34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3505200" y="4518660"/>
            <a:ext cx="83820" cy="76200"/>
          </a:xfrm>
          <a:prstGeom prst="rect">
            <a:avLst/>
          </a:prstGeom>
        </p:spPr>
      </p:pic>
      <p:sp>
        <p:nvSpPr>
          <p:cNvPr id="80" name="Shape 43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589020" y="4168140"/>
            <a:ext cx="723900" cy="784860"/>
          </a:xfrm>
          <a:prstGeom prst="roundRect">
            <a:avLst>
              <a:gd name="adj" fmla="val 7632"/>
            </a:avLst>
          </a:prstGeom>
          <a:solidFill>
            <a:srgbClr val="E2F1FD"/>
          </a:solidFill>
          <a:ln w="9525">
            <a:solidFill>
              <a:srgbClr val="B3D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1" name="Image 35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3832860" y="4267200"/>
            <a:ext cx="236220" cy="251460"/>
          </a:xfrm>
          <a:prstGeom prst="rect">
            <a:avLst/>
          </a:prstGeom>
        </p:spPr>
      </p:pic>
      <p:sp>
        <p:nvSpPr>
          <p:cNvPr id="82" name="Text 44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34740" y="4800600"/>
            <a:ext cx="632460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541"/>
              </a:lnSpc>
            </a:pPr>
            <a:r>
              <a:rPr lang="en-US" sz="541" b="1">
                <a:solidFill>
                  <a:srgbClr val="0020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Fortinet, Palo Alto)</a:t>
            </a:r>
            <a:endParaRPr lang="en-US" sz="541">
              <a:solidFill>
                <a:srgbClr val="002060"/>
              </a:solidFill>
            </a:endParaRPr>
          </a:p>
        </p:txBody>
      </p:sp>
      <p:sp>
        <p:nvSpPr>
          <p:cNvPr id="83" name="Text 45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72840" y="4564380"/>
            <a:ext cx="563880" cy="23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774"/>
              </a:lnSpc>
            </a:pPr>
            <a:r>
              <a:rPr lang="en-US" sz="576" b="1">
                <a:solidFill>
                  <a:srgbClr val="0020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Vendor Parser</a:t>
            </a:r>
            <a:endParaRPr lang="en-US" sz="576">
              <a:solidFill>
                <a:srgbClr val="002060"/>
              </a:solidFill>
            </a:endParaRPr>
          </a:p>
          <a:p>
            <a:pPr>
              <a:lnSpc>
                <a:spcPts val="774"/>
              </a:lnSpc>
            </a:pPr>
            <a:r>
              <a:rPr lang="en-US" sz="576" b="1">
                <a:solidFill>
                  <a:srgbClr val="0020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(Cisco, Juniper,</a:t>
            </a:r>
            <a:endParaRPr lang="en-US" sz="576">
              <a:solidFill>
                <a:srgbClr val="002060"/>
              </a:solidFill>
            </a:endParaRPr>
          </a:p>
        </p:txBody>
      </p:sp>
      <p:sp>
        <p:nvSpPr>
          <p:cNvPr id="84" name="Shape 46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04160" y="4168140"/>
            <a:ext cx="701040" cy="792480"/>
          </a:xfrm>
          <a:prstGeom prst="roundRect">
            <a:avLst>
              <a:gd name="adj" fmla="val 9783"/>
            </a:avLst>
          </a:prstGeom>
          <a:solidFill>
            <a:srgbClr val="E2F0FC"/>
          </a:solidFill>
          <a:ln w="9525">
            <a:solidFill>
              <a:srgbClr val="B5D7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5" name="Text 47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948940" y="4800600"/>
            <a:ext cx="4191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593"/>
              </a:lnSpc>
            </a:pPr>
            <a:r>
              <a:rPr lang="en-US" sz="565" b="1">
                <a:solidFill>
                  <a:schemeClr val="tx2">
                    <a:lumMod val="7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(e.g., Cisco)</a:t>
            </a:r>
            <a:endParaRPr lang="en-US" sz="565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86" name="Text 48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0360" y="4556760"/>
            <a:ext cx="5562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786"/>
              </a:lnSpc>
            </a:pPr>
            <a:r>
              <a:rPr lang="en-US" sz="644" b="1">
                <a:solidFill>
                  <a:schemeClr val="tx2">
                    <a:lumMod val="7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Configuration</a:t>
            </a:r>
            <a:endParaRPr lang="en-US" sz="644">
              <a:solidFill>
                <a:schemeClr val="tx2">
                  <a:lumMod val="75000"/>
                </a:schemeClr>
              </a:solidFill>
            </a:endParaRPr>
          </a:p>
          <a:p>
            <a:pPr algn="ctr">
              <a:lnSpc>
                <a:spcPts val="786"/>
              </a:lnSpc>
            </a:pPr>
            <a:r>
              <a:rPr lang="en-US" sz="644" b="1">
                <a:solidFill>
                  <a:schemeClr val="tx2">
                    <a:lumMod val="7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</a:t>
            </a:r>
            <a:endParaRPr lang="en-US" sz="644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87" name="Image 36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3063240" y="4259580"/>
            <a:ext cx="198120" cy="243840"/>
          </a:xfrm>
          <a:prstGeom prst="rect">
            <a:avLst/>
          </a:prstGeom>
        </p:spPr>
      </p:pic>
      <p:sp>
        <p:nvSpPr>
          <p:cNvPr id="88" name="Text 49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72740" y="3924300"/>
            <a:ext cx="33909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979"/>
              </a:lnSpc>
            </a:pPr>
            <a:r>
              <a:rPr lang="en-US" sz="915" b="1">
                <a:solidFill>
                  <a:schemeClr val="bg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 Overview (MvP Scope-Single File, Single Path)</a:t>
            </a:r>
            <a:endParaRPr lang="en-US" sz="915">
              <a:solidFill>
                <a:schemeClr val="bg2"/>
              </a:solidFill>
            </a:endParaRPr>
          </a:p>
        </p:txBody>
      </p:sp>
      <p:sp>
        <p:nvSpPr>
          <p:cNvPr id="90" name="Shape 5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084820" y="1516380"/>
            <a:ext cx="1203960" cy="2301240"/>
          </a:xfrm>
          <a:prstGeom prst="roundRect">
            <a:avLst>
              <a:gd name="adj" fmla="val 2532"/>
            </a:avLst>
          </a:prstGeom>
          <a:solidFill>
            <a:srgbClr val="E3F9F5"/>
          </a:solidFill>
          <a:ln w="9525">
            <a:solidFill>
              <a:srgbClr val="BBE1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6" name="Image 42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8602980" y="1634490"/>
            <a:ext cx="281940" cy="342900"/>
          </a:xfrm>
          <a:prstGeom prst="rect">
            <a:avLst/>
          </a:prstGeom>
        </p:spPr>
      </p:pic>
      <p:sp>
        <p:nvSpPr>
          <p:cNvPr id="100" name="Text 54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100060" y="2292096"/>
            <a:ext cx="1211580" cy="144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800"/>
              <a:t>Generate Jinja2 remediation templates (suggested)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IN" sz="80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800"/>
              <a:t>Plain-language explanations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IN" sz="80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800"/>
              <a:t>Static conflict check (no auto execution)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IN" sz="80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800"/>
              <a:t>Hash-chained audit log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800"/>
              <a:t>PDF report with verification hash /QR</a:t>
            </a:r>
          </a:p>
        </p:txBody>
      </p:sp>
      <p:sp>
        <p:nvSpPr>
          <p:cNvPr id="101" name="Text 55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092440" y="1962150"/>
            <a:ext cx="121158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1010"/>
              </a:lnSpc>
            </a:pPr>
            <a:r>
              <a:rPr lang="en-US" sz="950" b="1">
                <a:solidFill>
                  <a:srgbClr val="5A78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Remediation</a:t>
            </a:r>
          </a:p>
          <a:p>
            <a:pPr algn="ctr">
              <a:lnSpc>
                <a:spcPts val="1010"/>
              </a:lnSpc>
            </a:pPr>
            <a:r>
              <a:rPr lang="en-US" sz="950" b="1">
                <a:solidFill>
                  <a:srgbClr val="5A78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&amp; Reporting</a:t>
            </a:r>
            <a:endParaRPr lang="en-US" sz="950"/>
          </a:p>
        </p:txBody>
      </p:sp>
      <p:sp>
        <p:nvSpPr>
          <p:cNvPr id="102" name="Shape 56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804660" y="1516380"/>
            <a:ext cx="1234440" cy="2301240"/>
          </a:xfrm>
          <a:prstGeom prst="roundRect">
            <a:avLst>
              <a:gd name="adj" fmla="val 2469"/>
            </a:avLst>
          </a:prstGeom>
          <a:solidFill>
            <a:srgbClr val="FCEFE4"/>
          </a:solidFill>
          <a:ln w="19050">
            <a:solidFill>
              <a:srgbClr val="F4E1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7" name="Image 48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7315200" y="1645920"/>
            <a:ext cx="274320" cy="350520"/>
          </a:xfrm>
          <a:prstGeom prst="rect">
            <a:avLst/>
          </a:prstGeom>
        </p:spPr>
      </p:pic>
      <p:sp>
        <p:nvSpPr>
          <p:cNvPr id="112" name="Text 6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812280" y="2308860"/>
            <a:ext cx="1249680" cy="149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850"/>
              <a:t>Evaluate against internal security rules</a:t>
            </a:r>
          </a:p>
          <a:p>
            <a:pPr lvl="0"/>
            <a:endParaRPr lang="en-IN" sz="85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850"/>
              <a:t>Mapped to CIS/NIST/DISA-STIG controls (selected set)</a:t>
            </a:r>
          </a:p>
          <a:p>
            <a:pPr lvl="0"/>
            <a:endParaRPr lang="en-IN" sz="85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850"/>
              <a:t>Pass/Fail/Unknown</a:t>
            </a:r>
          </a:p>
          <a:p>
            <a:pPr lvl="0"/>
            <a:endParaRPr lang="en-IN" sz="85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850" b="1"/>
              <a:t>Consistent, repeatable and reliable results</a:t>
            </a:r>
            <a:endParaRPr lang="en-IN" sz="850" b="1">
              <a:effectLst/>
            </a:endParaRPr>
          </a:p>
        </p:txBody>
      </p:sp>
      <p:sp>
        <p:nvSpPr>
          <p:cNvPr id="113" name="Text 6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850380" y="2019300"/>
            <a:ext cx="115062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987"/>
              </a:lnSpc>
            </a:pPr>
            <a:r>
              <a:rPr lang="en-US" sz="950" b="1">
                <a:solidFill>
                  <a:srgbClr val="C066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Deterministic</a:t>
            </a:r>
            <a:endParaRPr lang="en-US" sz="950"/>
          </a:p>
          <a:p>
            <a:pPr algn="ctr">
              <a:lnSpc>
                <a:spcPts val="987"/>
              </a:lnSpc>
            </a:pPr>
            <a:r>
              <a:rPr lang="en-US" sz="950" b="1">
                <a:solidFill>
                  <a:srgbClr val="C066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Compliance Engine</a:t>
            </a:r>
            <a:endParaRPr lang="en-US" sz="950"/>
          </a:p>
        </p:txBody>
      </p:sp>
      <p:pic>
        <p:nvPicPr>
          <p:cNvPr id="114" name="Image 5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7985760" y="2080260"/>
            <a:ext cx="167640" cy="167640"/>
          </a:xfrm>
          <a:prstGeom prst="rect">
            <a:avLst/>
          </a:prstGeom>
        </p:spPr>
      </p:pic>
      <p:sp>
        <p:nvSpPr>
          <p:cNvPr id="115" name="Shape 6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781300" y="1516380"/>
            <a:ext cx="1257300" cy="2301240"/>
          </a:xfrm>
          <a:prstGeom prst="roundRect">
            <a:avLst>
              <a:gd name="adj" fmla="val 3636"/>
            </a:avLst>
          </a:prstGeom>
          <a:solidFill>
            <a:srgbClr val="E2F1FD"/>
          </a:solidFill>
          <a:ln w="9525">
            <a:solidFill>
              <a:srgbClr val="B2D4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9" name="Image 54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3281680" y="1554884"/>
            <a:ext cx="444500" cy="515216"/>
          </a:xfrm>
          <a:prstGeom prst="rect">
            <a:avLst/>
          </a:prstGeom>
        </p:spPr>
      </p:pic>
      <p:sp>
        <p:nvSpPr>
          <p:cNvPr id="121" name="Text 63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948940" y="1621155"/>
            <a:ext cx="76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818"/>
              </a:lnSpc>
            </a:pPr>
            <a:endParaRPr lang="en-US" sz="1047"/>
          </a:p>
        </p:txBody>
      </p:sp>
      <p:sp>
        <p:nvSpPr>
          <p:cNvPr id="123" name="Text 65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7980" y="2357120"/>
            <a:ext cx="1127760" cy="1455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850">
                <a:solidFill>
                  <a:schemeClr val="tx1">
                    <a:lumMod val="85000"/>
                    <a:lumOff val="15000"/>
                  </a:schemeClr>
                </a:solidFill>
              </a:rPr>
              <a:t>Upload configuration file (e.g., .txt, .</a:t>
            </a:r>
            <a:r>
              <a:rPr lang="en-IN" sz="850" err="1">
                <a:solidFill>
                  <a:schemeClr val="tx1">
                    <a:lumMod val="85000"/>
                    <a:lumOff val="15000"/>
                  </a:schemeClr>
                </a:solidFill>
              </a:rPr>
              <a:t>cfg</a:t>
            </a:r>
            <a:r>
              <a:rPr lang="en-IN" sz="850">
                <a:solidFill>
                  <a:schemeClr val="tx1">
                    <a:lumMod val="85000"/>
                    <a:lumOff val="15000"/>
                  </a:schemeClr>
                </a:solidFill>
              </a:rPr>
              <a:t>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IN" sz="85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850">
                <a:solidFill>
                  <a:schemeClr val="tx1">
                    <a:lumMod val="85000"/>
                    <a:lumOff val="15000"/>
                  </a:schemeClr>
                </a:solidFill>
              </a:rPr>
              <a:t>Vendor-specific parser (Cisco, Juniper, Fortinet, Palo Alto)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IN" sz="85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850">
                <a:solidFill>
                  <a:schemeClr val="tx1">
                    <a:lumMod val="85000"/>
                    <a:lumOff val="15000"/>
                  </a:schemeClr>
                </a:solidFill>
              </a:rPr>
              <a:t>Secure, read-only processing</a:t>
            </a:r>
          </a:p>
          <a:p>
            <a:pPr>
              <a:lnSpc>
                <a:spcPts val="961"/>
              </a:lnSpc>
            </a:pPr>
            <a:endParaRPr lang="en-US" sz="810"/>
          </a:p>
        </p:txBody>
      </p:sp>
      <p:sp>
        <p:nvSpPr>
          <p:cNvPr id="124" name="Text 66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025140" y="2159000"/>
            <a:ext cx="911860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842"/>
              </a:lnSpc>
            </a:pPr>
            <a:r>
              <a:rPr lang="en-US" sz="950" b="1">
                <a:solidFill>
                  <a:srgbClr val="5C6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Ingest &amp; Parse</a:t>
            </a:r>
            <a:endParaRPr lang="en-US" sz="950"/>
          </a:p>
        </p:txBody>
      </p:sp>
      <p:sp>
        <p:nvSpPr>
          <p:cNvPr id="125" name="Shape 67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417820" y="1516380"/>
            <a:ext cx="1341120" cy="2308860"/>
          </a:xfrm>
          <a:prstGeom prst="roundRect">
            <a:avLst>
              <a:gd name="adj" fmla="val 3409"/>
            </a:avLst>
          </a:prstGeom>
          <a:solidFill>
            <a:srgbClr val="F0EAFD"/>
          </a:solidFill>
          <a:ln w="9525">
            <a:solidFill>
              <a:srgbClr val="CDC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29" name="Image 59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5974080" y="1661160"/>
            <a:ext cx="266700" cy="327660"/>
          </a:xfrm>
          <a:prstGeom prst="rect">
            <a:avLst/>
          </a:prstGeom>
        </p:spPr>
      </p:pic>
      <p:sp>
        <p:nvSpPr>
          <p:cNvPr id="134" name="Text 7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455920" y="2352040"/>
            <a:ext cx="1264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850"/>
              <a:t>Normalize configurations into structured, vendor-agnostic model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IN" sz="85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850"/>
              <a:t>Consistent representation across vendors</a:t>
            </a:r>
          </a:p>
          <a:p>
            <a:pPr lvl="0"/>
            <a:endParaRPr lang="en-IN" sz="85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850"/>
              <a:t>Enables unified rule evaluation</a:t>
            </a:r>
          </a:p>
        </p:txBody>
      </p:sp>
      <p:sp>
        <p:nvSpPr>
          <p:cNvPr id="135" name="Text 7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486400" y="2019300"/>
            <a:ext cx="124968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1010"/>
              </a:lnSpc>
            </a:pPr>
            <a:r>
              <a:rPr lang="en-US" sz="950" b="1">
                <a:solidFill>
                  <a:srgbClr val="706B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Common Security</a:t>
            </a:r>
            <a:endParaRPr lang="en-US" sz="950"/>
          </a:p>
          <a:p>
            <a:pPr algn="ctr">
              <a:lnSpc>
                <a:spcPts val="1010"/>
              </a:lnSpc>
            </a:pPr>
            <a:r>
              <a:rPr lang="en-US" sz="950" b="1">
                <a:solidFill>
                  <a:srgbClr val="706B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(CSM)</a:t>
            </a:r>
            <a:endParaRPr lang="en-US" sz="950"/>
          </a:p>
        </p:txBody>
      </p:sp>
      <p:pic>
        <p:nvPicPr>
          <p:cNvPr id="136" name="Image 61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6697980" y="2080260"/>
            <a:ext cx="167640" cy="175260"/>
          </a:xfrm>
          <a:prstGeom prst="rect">
            <a:avLst/>
          </a:prstGeom>
        </p:spPr>
      </p:pic>
      <p:sp>
        <p:nvSpPr>
          <p:cNvPr id="137" name="Shape 73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091940" y="1516380"/>
            <a:ext cx="1272540" cy="2301240"/>
          </a:xfrm>
          <a:prstGeom prst="roundRect">
            <a:avLst>
              <a:gd name="adj" fmla="val 2395"/>
            </a:avLst>
          </a:prstGeom>
          <a:solidFill>
            <a:srgbClr val="E3F9F5"/>
          </a:solidFill>
          <a:ln w="9525">
            <a:solidFill>
              <a:srgbClr val="BDE6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41" name="Image 65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4564380" y="1645920"/>
            <a:ext cx="358140" cy="350520"/>
          </a:xfrm>
          <a:prstGeom prst="rect">
            <a:avLst/>
          </a:prstGeom>
        </p:spPr>
      </p:pic>
      <p:sp>
        <p:nvSpPr>
          <p:cNvPr id="145" name="Text 76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109720" y="2413000"/>
            <a:ext cx="1216660" cy="1292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850"/>
              <a:t>Detect unmapped/unknown configuration lines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IN" sz="85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850"/>
              <a:t>Suggest semantic mapping to CSM with confidence + rationale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IN" sz="85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850"/>
              <a:t>Human approval (single authorized reviewer)</a:t>
            </a:r>
          </a:p>
        </p:txBody>
      </p:sp>
      <p:sp>
        <p:nvSpPr>
          <p:cNvPr id="146" name="Text 77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175760" y="2019300"/>
            <a:ext cx="112776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1061"/>
              </a:lnSpc>
            </a:pPr>
            <a:r>
              <a:rPr lang="en-US" sz="950" b="1">
                <a:solidFill>
                  <a:srgbClr val="6481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Al-Assisted</a:t>
            </a:r>
            <a:endParaRPr lang="en-US" sz="950"/>
          </a:p>
          <a:p>
            <a:pPr algn="ctr">
              <a:lnSpc>
                <a:spcPts val="1061"/>
              </a:lnSpc>
            </a:pPr>
            <a:r>
              <a:rPr lang="en-US" sz="950" b="1">
                <a:solidFill>
                  <a:srgbClr val="6481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</a:t>
            </a:r>
            <a:endParaRPr lang="en-US" sz="950"/>
          </a:p>
        </p:txBody>
      </p:sp>
      <p:pic>
        <p:nvPicPr>
          <p:cNvPr id="147" name="Image 67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5318760" y="2072640"/>
            <a:ext cx="167640" cy="182880"/>
          </a:xfrm>
          <a:prstGeom prst="rect">
            <a:avLst/>
          </a:prstGeom>
        </p:spPr>
      </p:pic>
      <p:pic>
        <p:nvPicPr>
          <p:cNvPr id="148" name="Image 68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4000500" y="2065020"/>
            <a:ext cx="160020" cy="182880"/>
          </a:xfrm>
          <a:prstGeom prst="rect">
            <a:avLst/>
          </a:prstGeom>
        </p:spPr>
      </p:pic>
      <p:pic>
        <p:nvPicPr>
          <p:cNvPr id="149" name="Image 69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2735580" y="853440"/>
            <a:ext cx="6598920" cy="601980"/>
          </a:xfrm>
          <a:prstGeom prst="rect">
            <a:avLst/>
          </a:prstGeom>
        </p:spPr>
      </p:pic>
      <p:sp>
        <p:nvSpPr>
          <p:cNvPr id="151" name="Text 78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505200" y="1295400"/>
            <a:ext cx="53721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770"/>
              </a:lnSpc>
            </a:pPr>
            <a:r>
              <a:rPr lang="en-US" sz="1050" b="1" i="1">
                <a:solidFill>
                  <a:schemeClr val="accent1">
                    <a:lumMod val="20000"/>
                    <a:lumOff val="80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Unified, Al-Assisted and Deterministic Compliance</a:t>
            </a:r>
            <a:endParaRPr lang="en-US" sz="1050" b="1" i="1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52" name="Text 79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586984" y="902208"/>
            <a:ext cx="17297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1335"/>
              </a:lnSpc>
            </a:pPr>
            <a:r>
              <a:rPr lang="en-US" b="1">
                <a:solidFill>
                  <a:schemeClr val="accent1">
                    <a:lumMod val="20000"/>
                    <a:lumOff val="80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OUR SOLUTION</a:t>
            </a:r>
            <a:endParaRPr lang="en-US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53" name="Shape 8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34500" y="1036320"/>
            <a:ext cx="2750820" cy="4411980"/>
          </a:xfrm>
          <a:prstGeom prst="roundRect">
            <a:avLst>
              <a:gd name="adj" fmla="val 15859"/>
            </a:avLst>
          </a:prstGeom>
          <a:solidFill>
            <a:srgbClr val="F5FA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4" name="Shape 8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323320" y="4587240"/>
            <a:ext cx="670560" cy="830580"/>
          </a:xfrm>
          <a:prstGeom prst="roundRect">
            <a:avLst>
              <a:gd name="adj" fmla="val 10795"/>
            </a:avLst>
          </a:prstGeom>
          <a:solidFill>
            <a:srgbClr val="EEF7FD"/>
          </a:solidFill>
          <a:ln w="9525">
            <a:solidFill>
              <a:srgbClr val="E0EF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5" name="Image 71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11521440" y="4709160"/>
            <a:ext cx="266700" cy="327660"/>
          </a:xfrm>
          <a:prstGeom prst="rect">
            <a:avLst/>
          </a:prstGeom>
        </p:spPr>
      </p:pic>
      <p:sp>
        <p:nvSpPr>
          <p:cNvPr id="156" name="Text 8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475720" y="5059680"/>
            <a:ext cx="3733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834"/>
              </a:lnSpc>
            </a:pPr>
            <a:r>
              <a:rPr lang="en-US" sz="700" b="1">
                <a:solidFill>
                  <a:srgbClr val="0020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Static</a:t>
            </a:r>
            <a:endParaRPr lang="en-US" sz="700">
              <a:solidFill>
                <a:srgbClr val="002060"/>
              </a:solidFill>
            </a:endParaRPr>
          </a:p>
          <a:p>
            <a:pPr algn="ctr">
              <a:lnSpc>
                <a:spcPts val="834"/>
              </a:lnSpc>
            </a:pPr>
            <a:r>
              <a:rPr lang="en-US" sz="700" b="1">
                <a:solidFill>
                  <a:srgbClr val="0020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</a:t>
            </a:r>
            <a:endParaRPr lang="en-US" sz="700">
              <a:solidFill>
                <a:srgbClr val="002060"/>
              </a:solidFill>
            </a:endParaRPr>
          </a:p>
        </p:txBody>
      </p:sp>
      <p:sp>
        <p:nvSpPr>
          <p:cNvPr id="157" name="Shape 83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645140" y="4587240"/>
            <a:ext cx="662940" cy="830580"/>
          </a:xfrm>
          <a:prstGeom prst="roundRect">
            <a:avLst>
              <a:gd name="adj" fmla="val 10057"/>
            </a:avLst>
          </a:prstGeom>
          <a:solidFill>
            <a:srgbClr val="EAF4FC"/>
          </a:solidFill>
          <a:ln w="9525">
            <a:solidFill>
              <a:srgbClr val="BFDD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8" name="Text 84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12780" y="5059680"/>
            <a:ext cx="35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837"/>
              </a:lnSpc>
            </a:pPr>
            <a:r>
              <a:rPr lang="en-US" sz="700" b="1">
                <a:solidFill>
                  <a:srgbClr val="0020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PDF</a:t>
            </a:r>
            <a:endParaRPr lang="en-US" sz="700">
              <a:solidFill>
                <a:srgbClr val="002060"/>
              </a:solidFill>
            </a:endParaRPr>
          </a:p>
          <a:p>
            <a:pPr algn="ctr">
              <a:lnSpc>
                <a:spcPts val="837"/>
              </a:lnSpc>
            </a:pPr>
            <a:r>
              <a:rPr lang="en-US" sz="700" b="1">
                <a:solidFill>
                  <a:srgbClr val="6B75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</a:t>
            </a:r>
            <a:r>
              <a:rPr lang="en-US" sz="700" b="1">
                <a:solidFill>
                  <a:srgbClr val="0020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</a:t>
            </a:r>
            <a:r>
              <a:rPr lang="en-US" sz="700" b="1">
                <a:solidFill>
                  <a:srgbClr val="6B75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)</a:t>
            </a:r>
            <a:endParaRPr lang="en-US" sz="700"/>
          </a:p>
        </p:txBody>
      </p:sp>
      <p:pic>
        <p:nvPicPr>
          <p:cNvPr id="159" name="Image 72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10858500" y="4716780"/>
            <a:ext cx="243840" cy="312420"/>
          </a:xfrm>
          <a:prstGeom prst="rect">
            <a:avLst/>
          </a:prstGeom>
        </p:spPr>
      </p:pic>
      <p:sp>
        <p:nvSpPr>
          <p:cNvPr id="160" name="Shape 85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936480" y="4587240"/>
            <a:ext cx="685800" cy="830580"/>
          </a:xfrm>
          <a:prstGeom prst="roundRect">
            <a:avLst>
              <a:gd name="adj" fmla="val 10278"/>
            </a:avLst>
          </a:prstGeom>
          <a:solidFill>
            <a:srgbClr val="EDF6FD"/>
          </a:solidFill>
          <a:ln w="19050">
            <a:solidFill>
              <a:srgbClr val="E9F4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1" name="Text 86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142220" y="5105400"/>
            <a:ext cx="281940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577"/>
              </a:lnSpc>
            </a:pPr>
            <a:r>
              <a:rPr lang="en-US" sz="700" b="1">
                <a:solidFill>
                  <a:srgbClr val="0020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SQLite</a:t>
            </a:r>
            <a:endParaRPr lang="en-US" sz="700">
              <a:solidFill>
                <a:srgbClr val="002060"/>
              </a:solidFill>
            </a:endParaRPr>
          </a:p>
        </p:txBody>
      </p:sp>
      <p:pic>
        <p:nvPicPr>
          <p:cNvPr id="162" name="Image 73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10157460" y="4716780"/>
            <a:ext cx="251460" cy="320040"/>
          </a:xfrm>
          <a:prstGeom prst="rect">
            <a:avLst/>
          </a:prstGeom>
        </p:spPr>
      </p:pic>
      <p:pic>
        <p:nvPicPr>
          <p:cNvPr id="163" name="Image 74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9380220" y="1501140"/>
            <a:ext cx="2697480" cy="3063240"/>
          </a:xfrm>
          <a:prstGeom prst="rect">
            <a:avLst/>
          </a:prstGeom>
        </p:spPr>
      </p:pic>
      <p:sp>
        <p:nvSpPr>
          <p:cNvPr id="164" name="Shape 87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456420" y="3855720"/>
            <a:ext cx="2575560" cy="693420"/>
          </a:xfrm>
          <a:prstGeom prst="roundRect">
            <a:avLst>
              <a:gd name="adj" fmla="val 8516"/>
            </a:avLst>
          </a:prstGeom>
          <a:solidFill>
            <a:srgbClr val="E9EFFB"/>
          </a:solidFill>
          <a:ln w="28575">
            <a:solidFill>
              <a:srgbClr val="EEF3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5" name="Image 75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9425940" y="3863340"/>
            <a:ext cx="662940" cy="670560"/>
          </a:xfrm>
          <a:prstGeom prst="rect">
            <a:avLst/>
          </a:prstGeom>
        </p:spPr>
      </p:pic>
      <p:pic>
        <p:nvPicPr>
          <p:cNvPr id="166" name="Image 76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9540240" y="3924300"/>
            <a:ext cx="388620" cy="480060"/>
          </a:xfrm>
          <a:prstGeom prst="rect">
            <a:avLst/>
          </a:prstGeom>
        </p:spPr>
      </p:pic>
      <p:sp>
        <p:nvSpPr>
          <p:cNvPr id="167" name="Text 88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187940" y="4099560"/>
            <a:ext cx="18161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010"/>
              </a:lnSpc>
            </a:pPr>
            <a:r>
              <a:rPr lang="en-US" sz="800">
                <a:solidFill>
                  <a:schemeClr val="tx1">
                    <a:lumMod val="65000"/>
                    <a:lumOff val="3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Rule-based engine evaluates against</a:t>
            </a:r>
            <a:endParaRPr lang="en-US" sz="8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lnSpc>
                <a:spcPts val="1010"/>
              </a:lnSpc>
            </a:pPr>
            <a:r>
              <a:rPr lang="en-US" sz="800">
                <a:solidFill>
                  <a:schemeClr val="tx1">
                    <a:lumMod val="65000"/>
                    <a:lumOff val="3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CIS /NIST /STIG with clear rationale</a:t>
            </a:r>
            <a:endParaRPr lang="en-US" sz="8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lnSpc>
                <a:spcPts val="1010"/>
              </a:lnSpc>
            </a:pPr>
            <a:r>
              <a:rPr lang="en-US" sz="800">
                <a:solidFill>
                  <a:schemeClr val="tx1">
                    <a:lumMod val="65000"/>
                    <a:lumOff val="3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consistent results</a:t>
            </a:r>
            <a:r>
              <a:rPr lang="en-US" sz="720">
                <a:solidFill>
                  <a:schemeClr val="tx1">
                    <a:lumMod val="65000"/>
                    <a:lumOff val="3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72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68" name="Text 89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195560" y="3947160"/>
            <a:ext cx="16840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828"/>
              </a:lnSpc>
            </a:pPr>
            <a:r>
              <a:rPr lang="en-US" sz="900" b="1">
                <a:solidFill>
                  <a:srgbClr val="656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Deterministic &amp; Explainable</a:t>
            </a:r>
            <a:endParaRPr lang="en-US" sz="900"/>
          </a:p>
        </p:txBody>
      </p:sp>
      <p:sp>
        <p:nvSpPr>
          <p:cNvPr id="169" name="Shape 9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448800" y="3185160"/>
            <a:ext cx="2575560" cy="632460"/>
          </a:xfrm>
          <a:prstGeom prst="roundRect">
            <a:avLst>
              <a:gd name="adj" fmla="val 13253"/>
            </a:avLst>
          </a:prstGeom>
          <a:solidFill>
            <a:srgbClr val="E8EDFC"/>
          </a:solidFill>
          <a:ln w="38100">
            <a:solidFill>
              <a:srgbClr val="EBEE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70" name="Image 77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9425940" y="3177540"/>
            <a:ext cx="678180" cy="624840"/>
          </a:xfrm>
          <a:prstGeom prst="rect">
            <a:avLst/>
          </a:prstGeom>
        </p:spPr>
      </p:pic>
      <p:pic>
        <p:nvPicPr>
          <p:cNvPr id="171" name="Image 78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10081260" y="3253740"/>
            <a:ext cx="22860" cy="495300"/>
          </a:xfrm>
          <a:prstGeom prst="rect">
            <a:avLst/>
          </a:prstGeom>
        </p:spPr>
      </p:pic>
      <p:pic>
        <p:nvPicPr>
          <p:cNvPr id="172" name="Image 79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9555480" y="3329940"/>
            <a:ext cx="381000" cy="350520"/>
          </a:xfrm>
          <a:prstGeom prst="rect">
            <a:avLst/>
          </a:prstGeom>
        </p:spPr>
      </p:pic>
      <p:sp>
        <p:nvSpPr>
          <p:cNvPr id="173" name="Text 9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187940" y="3436620"/>
            <a:ext cx="18211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880"/>
              </a:lnSpc>
            </a:pPr>
            <a:r>
              <a:rPr lang="en-US" sz="800">
                <a:solidFill>
                  <a:schemeClr val="tx1">
                    <a:lumMod val="65000"/>
                    <a:lumOff val="3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Simplified and secure approval process.</a:t>
            </a:r>
            <a:endParaRPr lang="en-US" sz="8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lnSpc>
                <a:spcPts val="880"/>
              </a:lnSpc>
            </a:pPr>
            <a:r>
              <a:rPr lang="en-US" sz="800">
                <a:solidFill>
                  <a:schemeClr val="tx1">
                    <a:lumMod val="65000"/>
                    <a:lumOff val="3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suggestions are validated before use.</a:t>
            </a:r>
            <a:endParaRPr lang="en-US" sz="8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74" name="Text 9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195560" y="3276600"/>
            <a:ext cx="16992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817"/>
              </a:lnSpc>
            </a:pPr>
            <a:r>
              <a:rPr lang="en-US" sz="800" b="1">
                <a:solidFill>
                  <a:srgbClr val="6367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Single Authorized Reviewer (MVP)</a:t>
            </a:r>
            <a:endParaRPr lang="en-US" sz="800"/>
          </a:p>
        </p:txBody>
      </p:sp>
      <p:sp>
        <p:nvSpPr>
          <p:cNvPr id="175" name="Shape 93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433560" y="2255520"/>
            <a:ext cx="2598420" cy="883920"/>
          </a:xfrm>
          <a:prstGeom prst="roundRect">
            <a:avLst>
              <a:gd name="adj" fmla="val 5172"/>
            </a:avLst>
          </a:prstGeom>
          <a:solidFill>
            <a:srgbClr val="E6F3FA"/>
          </a:solidFill>
          <a:ln w="38100">
            <a:solidFill>
              <a:srgbClr val="ECF5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76" name="Image 8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10081260" y="2331720"/>
            <a:ext cx="22860" cy="746760"/>
          </a:xfrm>
          <a:prstGeom prst="rect">
            <a:avLst/>
          </a:prstGeom>
        </p:spPr>
      </p:pic>
      <p:pic>
        <p:nvPicPr>
          <p:cNvPr id="177" name="Image 81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9502140" y="2369820"/>
            <a:ext cx="457200" cy="495300"/>
          </a:xfrm>
          <a:prstGeom prst="rect">
            <a:avLst/>
          </a:prstGeom>
        </p:spPr>
      </p:pic>
      <p:sp>
        <p:nvSpPr>
          <p:cNvPr id="178" name="Text 94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180320" y="2514600"/>
            <a:ext cx="188214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878"/>
              </a:lnSpc>
            </a:pPr>
            <a:r>
              <a:rPr lang="en-US" sz="800">
                <a:solidFill>
                  <a:schemeClr val="tx1">
                    <a:lumMod val="65000"/>
                    <a:lumOff val="3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 interprets unmapped configurations</a:t>
            </a:r>
            <a:endParaRPr lang="en-US" sz="8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lnSpc>
                <a:spcPts val="878"/>
              </a:lnSpc>
            </a:pPr>
            <a:r>
              <a:rPr lang="en-US" sz="800">
                <a:solidFill>
                  <a:schemeClr val="tx1">
                    <a:lumMod val="65000"/>
                    <a:lumOff val="3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suggests mappings. Human approval</a:t>
            </a:r>
            <a:endParaRPr lang="en-US" sz="8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lnSpc>
                <a:spcPts val="878"/>
              </a:lnSpc>
            </a:pPr>
            <a:r>
              <a:rPr lang="en-US" sz="800">
                <a:solidFill>
                  <a:schemeClr val="tx1">
                    <a:lumMod val="65000"/>
                    <a:lumOff val="3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required. No AI output directly decides</a:t>
            </a:r>
            <a:endParaRPr lang="en-US" sz="8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lnSpc>
                <a:spcPts val="878"/>
              </a:lnSpc>
            </a:pPr>
            <a:r>
              <a:rPr lang="en-US" sz="800">
                <a:solidFill>
                  <a:schemeClr val="tx1">
                    <a:lumMod val="65000"/>
                    <a:lumOff val="3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compliance or executes commands</a:t>
            </a:r>
            <a:r>
              <a:rPr lang="en-US" sz="740">
                <a:solidFill>
                  <a:schemeClr val="tx1">
                    <a:lumMod val="65000"/>
                    <a:lumOff val="3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74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79" name="Text 95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187940" y="2339340"/>
            <a:ext cx="1602740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801"/>
              </a:lnSpc>
            </a:pPr>
            <a:r>
              <a:rPr lang="en-US" sz="900" b="1">
                <a:solidFill>
                  <a:srgbClr val="666C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 Assistance, Not Al Control</a:t>
            </a:r>
            <a:endParaRPr lang="en-US" sz="900"/>
          </a:p>
        </p:txBody>
      </p:sp>
      <p:sp>
        <p:nvSpPr>
          <p:cNvPr id="180" name="Shape 96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410700" y="1531620"/>
            <a:ext cx="2628900" cy="685800"/>
          </a:xfrm>
          <a:prstGeom prst="roundRect">
            <a:avLst>
              <a:gd name="adj" fmla="val 1944"/>
            </a:avLst>
          </a:prstGeom>
          <a:solidFill>
            <a:srgbClr val="E7F2FC"/>
          </a:solidFill>
          <a:ln w="19050">
            <a:solidFill>
              <a:srgbClr val="F7FC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1" name="Image 82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10081260" y="1615440"/>
            <a:ext cx="15240" cy="525780"/>
          </a:xfrm>
          <a:prstGeom prst="rect">
            <a:avLst/>
          </a:prstGeom>
        </p:spPr>
      </p:pic>
      <p:pic>
        <p:nvPicPr>
          <p:cNvPr id="182" name="Image 83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9532620" y="1638300"/>
            <a:ext cx="411480" cy="449580"/>
          </a:xfrm>
          <a:prstGeom prst="rect">
            <a:avLst/>
          </a:prstGeom>
        </p:spPr>
      </p:pic>
      <p:sp>
        <p:nvSpPr>
          <p:cNvPr id="183" name="Text 97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187940" y="1805940"/>
            <a:ext cx="179578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892"/>
              </a:lnSpc>
            </a:pPr>
            <a:r>
              <a:rPr lang="en-US" sz="800">
                <a:solidFill>
                  <a:schemeClr val="tx1">
                    <a:lumMod val="65000"/>
                    <a:lumOff val="3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Converts diverse vendor configurations</a:t>
            </a:r>
            <a:endParaRPr lang="en-US" sz="8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lnSpc>
                <a:spcPts val="892"/>
              </a:lnSpc>
            </a:pPr>
            <a:r>
              <a:rPr lang="en-US" sz="800">
                <a:solidFill>
                  <a:schemeClr val="tx1">
                    <a:lumMod val="65000"/>
                    <a:lumOff val="3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into a common security model (CSM).</a:t>
            </a:r>
            <a:endParaRPr lang="en-US" sz="8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84" name="Text 98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187940" y="1630680"/>
            <a:ext cx="1691640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670"/>
              </a:lnSpc>
            </a:pPr>
            <a:r>
              <a:rPr lang="en-US" sz="900" b="1">
                <a:solidFill>
                  <a:srgbClr val="6369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Vendor-Neutral Normalization</a:t>
            </a:r>
            <a:endParaRPr lang="en-US" sz="900"/>
          </a:p>
        </p:txBody>
      </p:sp>
      <p:sp>
        <p:nvSpPr>
          <p:cNvPr id="185" name="Shape 99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72600" y="967740"/>
            <a:ext cx="2712720" cy="533400"/>
          </a:xfrm>
          <a:prstGeom prst="roundRect">
            <a:avLst>
              <a:gd name="adj" fmla="val 7857"/>
            </a:avLst>
          </a:prstGeom>
          <a:solidFill>
            <a:srgbClr val="250B83"/>
          </a:solidFill>
          <a:ln w="19050">
            <a:solidFill>
              <a:srgbClr val="462DA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6" name="Text 10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890760" y="1287780"/>
            <a:ext cx="2179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761"/>
              </a:lnSpc>
            </a:pPr>
            <a:r>
              <a:rPr lang="en-US" sz="800">
                <a:solidFill>
                  <a:schemeClr val="accent1">
                    <a:lumMod val="20000"/>
                    <a:lumOff val="80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Practical, Secure and Vendor-Neutral Approach</a:t>
            </a:r>
            <a:endParaRPr lang="en-US" sz="80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87" name="Text 10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890760" y="1089660"/>
            <a:ext cx="2171700" cy="139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915"/>
              </a:lnSpc>
            </a:pPr>
            <a:r>
              <a:rPr lang="en-US" sz="1500" b="1">
                <a:solidFill>
                  <a:schemeClr val="accent1">
                    <a:lumMod val="20000"/>
                    <a:lumOff val="80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Makes It Different?</a:t>
            </a:r>
            <a:endParaRPr lang="en-US" sz="150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188" name="Image 84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9456420" y="1036320"/>
            <a:ext cx="365760" cy="403860"/>
          </a:xfrm>
          <a:prstGeom prst="rect">
            <a:avLst/>
          </a:prstGeom>
        </p:spPr>
      </p:pic>
      <p:sp>
        <p:nvSpPr>
          <p:cNvPr id="189" name="Shape 10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81160" y="4587240"/>
            <a:ext cx="640080" cy="830580"/>
          </a:xfrm>
          <a:prstGeom prst="roundRect">
            <a:avLst>
              <a:gd name="adj" fmla="val 10417"/>
            </a:avLst>
          </a:prstGeom>
          <a:solidFill>
            <a:srgbClr val="EBF4FC"/>
          </a:solidFill>
          <a:ln w="9525">
            <a:solidFill>
              <a:srgbClr val="BBDC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0" name="Text 103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418320" y="5036820"/>
            <a:ext cx="3733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795"/>
              </a:lnSpc>
            </a:pPr>
            <a:r>
              <a:rPr lang="en-US" sz="700" b="1">
                <a:solidFill>
                  <a:srgbClr val="0020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Llama</a:t>
            </a:r>
            <a:r>
              <a:rPr lang="en-US" sz="700" b="1">
                <a:solidFill>
                  <a:srgbClr val="757D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700" b="1">
                <a:solidFill>
                  <a:srgbClr val="0020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00">
              <a:solidFill>
                <a:srgbClr val="002060"/>
              </a:solidFill>
            </a:endParaRPr>
          </a:p>
          <a:p>
            <a:pPr>
              <a:lnSpc>
                <a:spcPts val="795"/>
              </a:lnSpc>
            </a:pPr>
            <a:r>
              <a:rPr lang="en-US" sz="700" b="1">
                <a:solidFill>
                  <a:srgbClr val="0020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(Local Al)</a:t>
            </a:r>
            <a:endParaRPr lang="en-US" sz="700">
              <a:solidFill>
                <a:srgbClr val="002060"/>
              </a:solidFill>
            </a:endParaRPr>
          </a:p>
        </p:txBody>
      </p:sp>
      <p:pic>
        <p:nvPicPr>
          <p:cNvPr id="191" name="Image 85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9479280" y="4701540"/>
            <a:ext cx="228600" cy="281940"/>
          </a:xfrm>
          <a:prstGeom prst="rect">
            <a:avLst/>
          </a:prstGeom>
        </p:spPr>
      </p:pic>
      <p:sp>
        <p:nvSpPr>
          <p:cNvPr id="192" name="Shape 104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7160" y="1501140"/>
            <a:ext cx="2545080" cy="3985260"/>
          </a:xfrm>
          <a:prstGeom prst="roundRect">
            <a:avLst>
              <a:gd name="adj" fmla="val 1497"/>
            </a:avLst>
          </a:prstGeom>
          <a:solidFill>
            <a:srgbClr val="FCF4F7"/>
          </a:solidFill>
          <a:ln w="9525">
            <a:solidFill>
              <a:srgbClr val="F0C0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3" name="Shape 105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05740" y="4853940"/>
            <a:ext cx="2400300" cy="579120"/>
          </a:xfrm>
          <a:prstGeom prst="roundRect">
            <a:avLst>
              <a:gd name="adj" fmla="val 7895"/>
            </a:avLst>
          </a:prstGeom>
          <a:solidFill>
            <a:srgbClr val="FBDAE0"/>
          </a:solidFill>
          <a:ln w="28575">
            <a:solidFill>
              <a:srgbClr val="FAE2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4" name="Text 106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12420" y="4922520"/>
            <a:ext cx="2202180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965"/>
              </a:lnSpc>
            </a:pPr>
            <a:r>
              <a:rPr lang="en-US" sz="800" b="1">
                <a:solidFill>
                  <a:srgbClr val="C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 a unified, automated and reliable</a:t>
            </a:r>
            <a:endParaRPr lang="en-US" sz="800">
              <a:solidFill>
                <a:srgbClr val="C00000"/>
              </a:solidFill>
            </a:endParaRPr>
          </a:p>
          <a:p>
            <a:pPr algn="ctr">
              <a:lnSpc>
                <a:spcPts val="965"/>
              </a:lnSpc>
            </a:pPr>
            <a:r>
              <a:rPr lang="en-US" sz="800" b="1">
                <a:solidFill>
                  <a:srgbClr val="C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approach for consistent security compliance</a:t>
            </a:r>
            <a:endParaRPr lang="en-US" sz="800">
              <a:solidFill>
                <a:srgbClr val="C00000"/>
              </a:solidFill>
            </a:endParaRPr>
          </a:p>
          <a:p>
            <a:pPr algn="ctr">
              <a:lnSpc>
                <a:spcPts val="965"/>
              </a:lnSpc>
            </a:pPr>
            <a:r>
              <a:rPr lang="en-US" sz="800" b="1">
                <a:solidFill>
                  <a:srgbClr val="C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across diverse network vendors</a:t>
            </a:r>
            <a:r>
              <a:rPr lang="en-US" sz="790" b="1">
                <a:solidFill>
                  <a:srgbClr val="BB5C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790"/>
          </a:p>
        </p:txBody>
      </p:sp>
      <p:sp>
        <p:nvSpPr>
          <p:cNvPr id="195" name="Text 107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06780" y="4290060"/>
            <a:ext cx="1577340" cy="464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150"/>
              </a:lnSpc>
            </a:pPr>
            <a:r>
              <a:rPr lang="en-US" sz="912">
                <a:latin typeface="Aptos" pitchFamily="34" charset="0"/>
                <a:ea typeface="Aptos" pitchFamily="34" charset="-122"/>
                <a:cs typeface="Aptos" pitchFamily="34" charset="-120"/>
              </a:rPr>
              <a:t>High risk of misconfigurations</a:t>
            </a:r>
            <a:endParaRPr lang="en-US" sz="912"/>
          </a:p>
          <a:p>
            <a:pPr>
              <a:lnSpc>
                <a:spcPts val="1150"/>
              </a:lnSpc>
            </a:pPr>
            <a:r>
              <a:rPr lang="en-US" sz="912">
                <a:latin typeface="Aptos" pitchFamily="34" charset="0"/>
                <a:ea typeface="Aptos" pitchFamily="34" charset="-122"/>
                <a:cs typeface="Aptos" pitchFamily="34" charset="-120"/>
              </a:rPr>
              <a:t>and security gaps in critical</a:t>
            </a:r>
            <a:endParaRPr lang="en-US" sz="912"/>
          </a:p>
          <a:p>
            <a:pPr>
              <a:lnSpc>
                <a:spcPts val="1150"/>
              </a:lnSpc>
            </a:pPr>
            <a:r>
              <a:rPr lang="en-US" sz="912">
                <a:latin typeface="Aptos" pitchFamily="34" charset="0"/>
                <a:ea typeface="Aptos" pitchFamily="34" charset="-122"/>
                <a:cs typeface="Aptos" pitchFamily="34" charset="-120"/>
              </a:rPr>
              <a:t>infrastructure</a:t>
            </a:r>
            <a:endParaRPr lang="en-US" sz="912"/>
          </a:p>
        </p:txBody>
      </p:sp>
      <p:pic>
        <p:nvPicPr>
          <p:cNvPr id="196" name="Image 86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266700" y="4267200"/>
            <a:ext cx="472440" cy="464820"/>
          </a:xfrm>
          <a:prstGeom prst="rect">
            <a:avLst/>
          </a:prstGeom>
        </p:spPr>
      </p:pic>
      <p:pic>
        <p:nvPicPr>
          <p:cNvPr id="197" name="Image 87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243840" y="4191000"/>
            <a:ext cx="2324100" cy="45720"/>
          </a:xfrm>
          <a:prstGeom prst="rect">
            <a:avLst/>
          </a:prstGeom>
        </p:spPr>
      </p:pic>
      <p:sp>
        <p:nvSpPr>
          <p:cNvPr id="198" name="Text 108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06780" y="3718560"/>
            <a:ext cx="1356360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168"/>
              </a:lnSpc>
            </a:pPr>
            <a:r>
              <a:rPr lang="en-US" sz="918">
                <a:latin typeface="Aptos" pitchFamily="34" charset="0"/>
                <a:ea typeface="Aptos" pitchFamily="34" charset="-122"/>
                <a:cs typeface="Aptos" pitchFamily="34" charset="-120"/>
              </a:rPr>
              <a:t>Unmapped or unfamiliar</a:t>
            </a:r>
            <a:endParaRPr lang="en-US" sz="918"/>
          </a:p>
          <a:p>
            <a:pPr>
              <a:lnSpc>
                <a:spcPts val="1168"/>
              </a:lnSpc>
            </a:pPr>
            <a:r>
              <a:rPr lang="en-US" sz="918">
                <a:latin typeface="Aptos" pitchFamily="34" charset="0"/>
                <a:ea typeface="Aptos" pitchFamily="34" charset="-122"/>
                <a:cs typeface="Aptos" pitchFamily="34" charset="-120"/>
              </a:rPr>
              <a:t>configuration lines create</a:t>
            </a:r>
            <a:endParaRPr lang="en-US" sz="918"/>
          </a:p>
          <a:p>
            <a:pPr>
              <a:lnSpc>
                <a:spcPts val="1168"/>
              </a:lnSpc>
            </a:pPr>
            <a:r>
              <a:rPr lang="en-US" sz="918">
                <a:latin typeface="Aptos" pitchFamily="34" charset="0"/>
                <a:ea typeface="Aptos" pitchFamily="34" charset="-122"/>
                <a:cs typeface="Aptos" pitchFamily="34" charset="-120"/>
              </a:rPr>
              <a:t>uncertainty</a:t>
            </a:r>
            <a:endParaRPr lang="en-US" sz="918"/>
          </a:p>
        </p:txBody>
      </p:sp>
      <p:pic>
        <p:nvPicPr>
          <p:cNvPr id="199" name="Image 88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266700" y="3688080"/>
            <a:ext cx="472440" cy="464820"/>
          </a:xfrm>
          <a:prstGeom prst="rect">
            <a:avLst/>
          </a:prstGeom>
        </p:spPr>
      </p:pic>
      <p:pic>
        <p:nvPicPr>
          <p:cNvPr id="200" name="Image 89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236220" y="3619500"/>
            <a:ext cx="2346960" cy="38100"/>
          </a:xfrm>
          <a:prstGeom prst="rect">
            <a:avLst/>
          </a:prstGeom>
        </p:spPr>
      </p:pic>
      <p:sp>
        <p:nvSpPr>
          <p:cNvPr id="201" name="Text 109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99160" y="3147060"/>
            <a:ext cx="1318260" cy="464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038"/>
              </a:lnSpc>
            </a:pPr>
            <a:r>
              <a:rPr lang="en-US" sz="900">
                <a:latin typeface="Aptos" pitchFamily="34" charset="0"/>
                <a:ea typeface="Aptos" pitchFamily="34" charset="-122"/>
                <a:cs typeface="Aptos" pitchFamily="34" charset="-120"/>
              </a:rPr>
              <a:t>Manual analysis is slow,</a:t>
            </a:r>
            <a:endParaRPr lang="en-US" sz="900"/>
          </a:p>
          <a:p>
            <a:pPr>
              <a:lnSpc>
                <a:spcPts val="1038"/>
              </a:lnSpc>
            </a:pPr>
            <a:r>
              <a:rPr lang="en-US" sz="900">
                <a:latin typeface="Aptos" pitchFamily="34" charset="0"/>
                <a:ea typeface="Aptos" pitchFamily="34" charset="-122"/>
                <a:cs typeface="Aptos" pitchFamily="34" charset="-120"/>
              </a:rPr>
              <a:t>expertise-dependent and</a:t>
            </a:r>
            <a:endParaRPr lang="en-US" sz="900"/>
          </a:p>
          <a:p>
            <a:pPr>
              <a:lnSpc>
                <a:spcPts val="1038"/>
              </a:lnSpc>
            </a:pPr>
            <a:r>
              <a:rPr lang="en-US" sz="900">
                <a:latin typeface="Aptos" pitchFamily="34" charset="0"/>
                <a:ea typeface="Aptos" pitchFamily="34" charset="-122"/>
                <a:cs typeface="Aptos" pitchFamily="34" charset="-120"/>
              </a:rPr>
              <a:t>inconsistent</a:t>
            </a:r>
            <a:endParaRPr lang="en-US" sz="900"/>
          </a:p>
        </p:txBody>
      </p:sp>
      <p:pic>
        <p:nvPicPr>
          <p:cNvPr id="202" name="Image 9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7"/>
          <a:stretch>
            <a:fillRect/>
          </a:stretch>
        </p:blipFill>
        <p:spPr>
          <a:xfrm>
            <a:off x="259080" y="3108960"/>
            <a:ext cx="487680" cy="472440"/>
          </a:xfrm>
          <a:prstGeom prst="rect">
            <a:avLst/>
          </a:prstGeom>
        </p:spPr>
      </p:pic>
      <p:pic>
        <p:nvPicPr>
          <p:cNvPr id="203" name="Image 91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243840" y="3040380"/>
            <a:ext cx="2324100" cy="45720"/>
          </a:xfrm>
          <a:prstGeom prst="rect">
            <a:avLst/>
          </a:prstGeom>
        </p:spPr>
      </p:pic>
      <p:sp>
        <p:nvSpPr>
          <p:cNvPr id="204" name="Text 11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06780" y="2552700"/>
            <a:ext cx="1501140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016"/>
              </a:lnSpc>
            </a:pPr>
            <a:r>
              <a:rPr lang="en-US" sz="900">
                <a:latin typeface="Aptos" pitchFamily="34" charset="0"/>
                <a:ea typeface="Aptos" pitchFamily="34" charset="-122"/>
                <a:cs typeface="Aptos" pitchFamily="34" charset="-120"/>
              </a:rPr>
              <a:t>Different vendors, different</a:t>
            </a:r>
            <a:endParaRPr lang="en-US" sz="900"/>
          </a:p>
          <a:p>
            <a:pPr>
              <a:lnSpc>
                <a:spcPts val="1016"/>
              </a:lnSpc>
            </a:pPr>
            <a:r>
              <a:rPr lang="en-US" sz="900">
                <a:latin typeface="Aptos" pitchFamily="34" charset="0"/>
                <a:ea typeface="Aptos" pitchFamily="34" charset="-122"/>
                <a:cs typeface="Aptos" pitchFamily="34" charset="-120"/>
              </a:rPr>
              <a:t>CLI syntax and configuration</a:t>
            </a:r>
            <a:endParaRPr lang="en-US" sz="900"/>
          </a:p>
          <a:p>
            <a:pPr>
              <a:lnSpc>
                <a:spcPts val="1016"/>
              </a:lnSpc>
            </a:pPr>
            <a:r>
              <a:rPr lang="en-US" sz="900">
                <a:latin typeface="Aptos" pitchFamily="34" charset="0"/>
                <a:ea typeface="Aptos" pitchFamily="34" charset="-122"/>
                <a:cs typeface="Aptos" pitchFamily="34" charset="-120"/>
              </a:rPr>
              <a:t>structures</a:t>
            </a:r>
            <a:endParaRPr lang="en-US" sz="900"/>
          </a:p>
        </p:txBody>
      </p:sp>
      <p:pic>
        <p:nvPicPr>
          <p:cNvPr id="205" name="Image 92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9"/>
          <a:stretch>
            <a:fillRect/>
          </a:stretch>
        </p:blipFill>
        <p:spPr>
          <a:xfrm>
            <a:off x="259080" y="2537460"/>
            <a:ext cx="487680" cy="472440"/>
          </a:xfrm>
          <a:prstGeom prst="rect">
            <a:avLst/>
          </a:prstGeom>
        </p:spPr>
      </p:pic>
      <p:sp>
        <p:nvSpPr>
          <p:cNvPr id="206" name="Text 11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59080" y="1539240"/>
            <a:ext cx="243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185"/>
              </a:lnSpc>
            </a:pPr>
            <a:r>
              <a:rPr lang="en-US" sz="900">
                <a:latin typeface="Aptos" panose="020B0004020202020204" pitchFamily="34" charset="0"/>
                <a:ea typeface="Aptos" pitchFamily="34" charset="-122"/>
                <a:cs typeface="Aharoni" panose="02010803020104030203" pitchFamily="2" charset="-79"/>
              </a:rPr>
              <a:t>Security compliance rules are standardized</a:t>
            </a:r>
            <a:endParaRPr lang="en-US" sz="900">
              <a:latin typeface="Aptos" panose="020B0004020202020204" pitchFamily="34" charset="0"/>
              <a:cs typeface="Aharoni" panose="02010803020104030203" pitchFamily="2" charset="-79"/>
            </a:endParaRPr>
          </a:p>
          <a:p>
            <a:pPr>
              <a:lnSpc>
                <a:spcPts val="1185"/>
              </a:lnSpc>
            </a:pPr>
            <a:r>
              <a:rPr lang="en-US" sz="900">
                <a:latin typeface="Aptos" panose="020B0004020202020204" pitchFamily="34" charset="0"/>
                <a:ea typeface="Aptos" pitchFamily="34" charset="-122"/>
                <a:cs typeface="Aharoni" panose="02010803020104030203" pitchFamily="2" charset="-79"/>
              </a:rPr>
              <a:t>(e.g., CIS / NIST / STIG), but network device</a:t>
            </a:r>
            <a:endParaRPr lang="en-US" sz="900">
              <a:latin typeface="Aptos" panose="020B0004020202020204" pitchFamily="34" charset="0"/>
              <a:cs typeface="Aharoni" panose="02010803020104030203" pitchFamily="2" charset="-79"/>
            </a:endParaRPr>
          </a:p>
          <a:p>
            <a:pPr>
              <a:lnSpc>
                <a:spcPts val="1185"/>
              </a:lnSpc>
            </a:pPr>
            <a:r>
              <a:rPr lang="en-US" sz="900">
                <a:latin typeface="Aptos" panose="020B0004020202020204" pitchFamily="34" charset="0"/>
                <a:ea typeface="Aptos" pitchFamily="34" charset="-122"/>
                <a:cs typeface="Aharoni" panose="02010803020104030203" pitchFamily="2" charset="-79"/>
              </a:rPr>
              <a:t>configurations are not. Different vendors use</a:t>
            </a:r>
            <a:endParaRPr lang="en-US" sz="900">
              <a:latin typeface="Aptos" panose="020B0004020202020204" pitchFamily="34" charset="0"/>
              <a:cs typeface="Aharoni" panose="02010803020104030203" pitchFamily="2" charset="-79"/>
            </a:endParaRPr>
          </a:p>
          <a:p>
            <a:pPr>
              <a:lnSpc>
                <a:spcPts val="1185"/>
              </a:lnSpc>
            </a:pPr>
            <a:r>
              <a:rPr lang="en-US" sz="900">
                <a:latin typeface="Aptos" panose="020B0004020202020204" pitchFamily="34" charset="0"/>
                <a:ea typeface="Aptos" pitchFamily="34" charset="-122"/>
                <a:cs typeface="Aharoni" panose="02010803020104030203" pitchFamily="2" charset="-79"/>
              </a:rPr>
              <a:t>different CLI syntax and structures, making</a:t>
            </a:r>
            <a:endParaRPr lang="en-US" sz="900">
              <a:latin typeface="Aptos" panose="020B0004020202020204" pitchFamily="34" charset="0"/>
              <a:cs typeface="Aharoni" panose="02010803020104030203" pitchFamily="2" charset="-79"/>
            </a:endParaRPr>
          </a:p>
          <a:p>
            <a:pPr>
              <a:lnSpc>
                <a:spcPts val="1185"/>
              </a:lnSpc>
            </a:pPr>
            <a:r>
              <a:rPr lang="en-US" sz="900">
                <a:latin typeface="Aptos" panose="020B0004020202020204" pitchFamily="34" charset="0"/>
                <a:ea typeface="Aptos" pitchFamily="34" charset="-122"/>
                <a:cs typeface="Aharoni" panose="02010803020104030203" pitchFamily="2" charset="-79"/>
              </a:rPr>
              <a:t>manual compliance analysis difficult</a:t>
            </a:r>
            <a:endParaRPr lang="en-US" sz="900">
              <a:latin typeface="Aptos" panose="020B0004020202020204" pitchFamily="34" charset="0"/>
              <a:cs typeface="Aharoni" panose="02010803020104030203" pitchFamily="2" charset="-79"/>
            </a:endParaRPr>
          </a:p>
          <a:p>
            <a:pPr>
              <a:lnSpc>
                <a:spcPts val="1185"/>
              </a:lnSpc>
            </a:pPr>
            <a:r>
              <a:rPr lang="en-US" sz="900">
                <a:latin typeface="Aptos" panose="020B0004020202020204" pitchFamily="34" charset="0"/>
                <a:ea typeface="Aptos" pitchFamily="34" charset="-122"/>
                <a:cs typeface="Aharoni" panose="02010803020104030203" pitchFamily="2" charset="-79"/>
              </a:rPr>
              <a:t>error-prone and time-consuming</a:t>
            </a:r>
            <a:endParaRPr lang="en-US" sz="900">
              <a:latin typeface="Aptos" panose="020B0004020202020204" pitchFamily="34" charset="0"/>
              <a:cs typeface="Aharoni" panose="02010803020104030203" pitchFamily="2" charset="-79"/>
            </a:endParaRPr>
          </a:p>
        </p:txBody>
      </p:sp>
      <p:sp>
        <p:nvSpPr>
          <p:cNvPr id="207" name="Text 11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44068" y="1292352"/>
            <a:ext cx="22021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702"/>
              </a:lnSpc>
            </a:pPr>
            <a:r>
              <a:rPr lang="en-US" sz="800">
                <a:solidFill>
                  <a:schemeClr val="bg1"/>
                </a:solidFill>
                <a:latin typeface="+mn-lt"/>
                <a:ea typeface="Calibri"/>
                <a:cs typeface="Calibri"/>
              </a:rPr>
              <a:t>Standardized Security, Diverse Configurations</a:t>
            </a:r>
            <a:endParaRPr lang="en-US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208" name="Text 113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58012" y="1103376"/>
            <a:ext cx="14401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435"/>
              </a:lnSpc>
            </a:pPr>
            <a:r>
              <a:rPr lang="en-US" sz="1600" b="1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</a:t>
            </a:r>
            <a:r>
              <a:rPr lang="en-US" sz="1600" b="1">
                <a:solidFill>
                  <a:srgbClr val="C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600" b="1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Challenge</a:t>
            </a:r>
            <a:endParaRPr lang="en-US" sz="1600">
              <a:solidFill>
                <a:schemeClr val="bg1"/>
              </a:solidFill>
            </a:endParaRPr>
          </a:p>
        </p:txBody>
      </p:sp>
      <p:pic>
        <p:nvPicPr>
          <p:cNvPr id="209" name="Image 93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70"/>
          <a:stretch>
            <a:fillRect/>
          </a:stretch>
        </p:blipFill>
        <p:spPr>
          <a:xfrm>
            <a:off x="140970" y="1054608"/>
            <a:ext cx="365760" cy="335280"/>
          </a:xfrm>
          <a:prstGeom prst="rect">
            <a:avLst/>
          </a:prstGeom>
          <a:noFill/>
        </p:spPr>
      </p:pic>
      <p:sp>
        <p:nvSpPr>
          <p:cNvPr id="239" name="Rectangle 238">
            <a:extLst>
              <a:ext uri="{FF2B5EF4-FFF2-40B4-BE49-F238E27FC236}">
                <a16:creationId xmlns:a16="http://schemas.microsoft.com/office/drawing/2014/main" id="{77848F25-AD11-4480-E94F-71815DB788F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40" name="Title 1">
            <a:extLst>
              <a:ext uri="{FF2B5EF4-FFF2-40B4-BE49-F238E27FC236}">
                <a16:creationId xmlns:a16="http://schemas.microsoft.com/office/drawing/2014/main" id="{94DEC60C-F22F-A3C3-9F3C-1B02CE7DBF1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998" y="0"/>
            <a:ext cx="10972800" cy="1143000"/>
          </a:xfrm>
          <a:prstGeom prst="rect">
            <a:avLst/>
          </a:prstGeom>
        </p:spPr>
        <p:txBody>
          <a:bodyPr/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/>
            <a:endParaRPr lang="en-US" sz="3600" b="1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241" name="Slide Number Placeholder 5">
            <a:extLst>
              <a:ext uri="{FF2B5EF4-FFF2-40B4-BE49-F238E27FC236}">
                <a16:creationId xmlns:a16="http://schemas.microsoft.com/office/drawing/2014/main" id="{4BD80EAA-827B-0B1C-FBE0-5175E96384F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737600" y="6492875"/>
            <a:ext cx="284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 algn="r"/>
            <a:fld id="{677C3CE7-23F7-4828-823C-E0205DF2CF97}" type="slidenum">
              <a:rPr lang="en-US" sz="1400" b="1" smtClean="0">
                <a:solidFill>
                  <a:schemeClr val="bg1"/>
                </a:solidFill>
              </a:rPr>
              <a:pPr algn="r"/>
              <a:t>2</a:t>
            </a:fld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242" name="Footer Placeholder 6">
            <a:extLst>
              <a:ext uri="{FF2B5EF4-FFF2-40B4-BE49-F238E27FC236}">
                <a16:creationId xmlns:a16="http://schemas.microsoft.com/office/drawing/2014/main" id="{01D54E9E-183B-2B0D-E78B-C365B49594B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48200" y="6492875"/>
            <a:ext cx="3505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>
              <a:defRPr/>
            </a:pPr>
            <a:r>
              <a:rPr lang="en-US" sz="1400">
                <a:solidFill>
                  <a:schemeClr val="bg1"/>
                </a:solidFill>
              </a:rPr>
              <a:t>@SIH Idea submission- NEXTGEN</a:t>
            </a:r>
          </a:p>
        </p:txBody>
      </p:sp>
      <p:sp>
        <p:nvSpPr>
          <p:cNvPr id="243" name="Oval 242" descr="Your startup LOGO">
            <a:extLst>
              <a:ext uri="{FF2B5EF4-FFF2-40B4-BE49-F238E27FC236}">
                <a16:creationId xmlns:a16="http://schemas.microsoft.com/office/drawing/2014/main" id="{751ABB33-3CDA-E2D8-DE2D-3ECEE7FCB2A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29773" y="99846"/>
            <a:ext cx="1251857" cy="807334"/>
          </a:xfrm>
          <a:prstGeom prst="ellipse">
            <a:avLst/>
          </a:prstGeom>
          <a:noFill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endParaRPr lang="en-US">
              <a:ea typeface="Calibri"/>
              <a:cs typeface="Calibri"/>
            </a:endParaRPr>
          </a:p>
        </p:txBody>
      </p:sp>
      <p:pic>
        <p:nvPicPr>
          <p:cNvPr id="244" name="Picture 243">
            <a:extLst>
              <a:ext uri="{FF2B5EF4-FFF2-40B4-BE49-F238E27FC236}">
                <a16:creationId xmlns:a16="http://schemas.microsoft.com/office/drawing/2014/main" id="{32D4BC28-9A54-2572-75CA-C6425E25985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7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9926" y="11660"/>
            <a:ext cx="2087290" cy="95057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5D92AA4-ECB7-8007-6758-F606A38DD29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48200" y="186809"/>
            <a:ext cx="350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IDEA TITLE</a:t>
            </a:r>
            <a:endParaRPr lang="en-IN" sz="3600"/>
          </a:p>
        </p:txBody>
      </p:sp>
      <p:pic>
        <p:nvPicPr>
          <p:cNvPr id="5" name="Graphic 5" descr="Head with Gears">
            <a:extLst>
              <a:ext uri="{FF2B5EF4-FFF2-40B4-BE49-F238E27FC236}">
                <a16:creationId xmlns:a16="http://schemas.microsoft.com/office/drawing/2014/main" id="{5B389133-B497-6816-38CB-72FF1D32321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2"/>
              </a:ext>
            </a:extLst>
          </a:blip>
          <a:stretch>
            <a:fillRect/>
          </a:stretch>
        </p:blipFill>
        <p:spPr>
          <a:xfrm>
            <a:off x="5303520" y="915162"/>
            <a:ext cx="307086" cy="307086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9040DDCE-C589-6AA4-CB98-153FE3A9159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30830" y="1577340"/>
            <a:ext cx="236220" cy="243840"/>
          </a:xfrm>
          <a:prstGeom prst="ellipse">
            <a:avLst/>
          </a:prstGeom>
          <a:solidFill>
            <a:srgbClr val="077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bg1">
                    <a:lumMod val="65000"/>
                  </a:schemeClr>
                </a:solidFill>
              </a:rPr>
              <a:t>1</a:t>
            </a:r>
            <a:endParaRPr lang="en-IN" sz="1400" b="1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975205B-236E-9B02-39E5-CA740179980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149090" y="1581150"/>
            <a:ext cx="236220" cy="243840"/>
          </a:xfrm>
          <a:prstGeom prst="ellipse">
            <a:avLst/>
          </a:prstGeom>
          <a:solidFill>
            <a:srgbClr val="005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bg1">
                    <a:lumMod val="85000"/>
                  </a:schemeClr>
                </a:solidFill>
              </a:rPr>
              <a:t>2</a:t>
            </a:r>
            <a:endParaRPr lang="en-IN" sz="1400" b="1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577EA931-A748-069A-8A45-624DF2ACE06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486400" y="1592580"/>
            <a:ext cx="236220" cy="24384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bg1">
                    <a:lumMod val="85000"/>
                  </a:schemeClr>
                </a:solidFill>
              </a:rPr>
              <a:t>3</a:t>
            </a:r>
            <a:endParaRPr lang="en-IN" sz="1400" b="1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4604BD9C-9ADE-9CAF-BFFD-7B4DE916E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835140" y="1558290"/>
            <a:ext cx="266700" cy="243840"/>
          </a:xfrm>
          <a:prstGeom prst="ellipse">
            <a:avLst/>
          </a:prstGeom>
          <a:solidFill>
            <a:srgbClr val="CB2D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bg1">
                    <a:lumMod val="85000"/>
                  </a:schemeClr>
                </a:solidFill>
              </a:rPr>
              <a:t>4</a:t>
            </a:r>
            <a:endParaRPr lang="en-IN" sz="1400" b="1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A92612B4-C0FD-5747-5C68-67A7609084A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144510" y="1546860"/>
            <a:ext cx="236220" cy="243840"/>
          </a:xfrm>
          <a:prstGeom prst="ellipse">
            <a:avLst/>
          </a:prstGeom>
          <a:solidFill>
            <a:srgbClr val="005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bg1">
                    <a:lumMod val="85000"/>
                  </a:schemeClr>
                </a:solidFill>
              </a:rPr>
              <a:t>5</a:t>
            </a:r>
            <a:endParaRPr lang="en-IN" sz="1400" b="1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B17AC7-6A27-7D25-9B43-8237B932206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73"/>
          <a:srcRect/>
          <a:stretch>
            <a:fillRect/>
          </a:stretch>
        </p:blipFill>
        <p:spPr>
          <a:xfrm>
            <a:off x="426720" y="11084"/>
            <a:ext cx="982980" cy="95319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458" y="6017486"/>
            <a:ext cx="11901085" cy="334718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614" y="6046330"/>
            <a:ext cx="187911" cy="23802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19028" y="6084430"/>
            <a:ext cx="7758020" cy="185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256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511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767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5023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1279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7535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3791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0047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40"/>
              </a:lnSpc>
              <a:buNone/>
            </a:pPr>
            <a:r>
              <a:rPr lang="en-US" sz="1000" b="1">
                <a:solidFill>
                  <a:srgbClr val="E96F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configuration command is executed automatically anywhere in this flow — output is limited to analysis, suggestions, and reports.</a:t>
            </a:r>
            <a:endParaRPr lang="en-US" sz="100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458" y="5214163"/>
            <a:ext cx="11901085" cy="751256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53130" y="5333174"/>
            <a:ext cx="14876" cy="542987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0164683" y="5638139"/>
            <a:ext cx="483482" cy="28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256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511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767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5023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1279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7535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3791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0047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998"/>
              </a:lnSpc>
              <a:buNone/>
            </a:pPr>
            <a:r>
              <a:rPr lang="en-US" sz="842">
                <a:solidFill>
                  <a:srgbClr val="8288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JWT Auth</a:t>
            </a:r>
            <a:endParaRPr lang="en-US" sz="842"/>
          </a:p>
          <a:p>
            <a:pPr marL="0" indent="0" algn="l">
              <a:lnSpc>
                <a:spcPts val="998"/>
              </a:lnSpc>
              <a:buNone/>
            </a:pPr>
            <a:r>
              <a:rPr lang="en-US" sz="842">
                <a:solidFill>
                  <a:srgbClr val="8288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(FastAPI)</a:t>
            </a:r>
            <a:endParaRPr lang="en-US" sz="842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76256" y="5310859"/>
            <a:ext cx="238022" cy="290089"/>
          </a:xfrm>
          <a:prstGeom prst="rect">
            <a:avLst/>
          </a:prstGeom>
        </p:spPr>
      </p:pic>
      <p:pic>
        <p:nvPicPr>
          <p:cNvPr id="17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22527" y="5333174"/>
            <a:ext cx="22315" cy="557863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9004328" y="5630701"/>
            <a:ext cx="602492" cy="28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256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511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767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5023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1279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7535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3791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0047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113"/>
              </a:lnSpc>
              <a:buNone/>
            </a:pPr>
            <a:r>
              <a:rPr lang="en-US" sz="900">
                <a:solidFill>
                  <a:srgbClr val="7E84B2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PDF Report</a:t>
            </a:r>
            <a:endParaRPr lang="en-US" sz="900">
              <a:latin typeface="Aptos" panose="020B0004020202020204" pitchFamily="34" charset="0"/>
            </a:endParaRPr>
          </a:p>
          <a:p>
            <a:pPr marL="0" indent="0" algn="l">
              <a:lnSpc>
                <a:spcPts val="1113"/>
              </a:lnSpc>
              <a:buNone/>
            </a:pPr>
            <a:r>
              <a:rPr lang="en-US" sz="900">
                <a:solidFill>
                  <a:srgbClr val="7E84B2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(</a:t>
            </a:r>
            <a:r>
              <a:rPr lang="en-US" sz="900" err="1">
                <a:solidFill>
                  <a:srgbClr val="7E84B2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ReportLab</a:t>
            </a:r>
            <a:r>
              <a:rPr lang="en-US" sz="900">
                <a:solidFill>
                  <a:srgbClr val="7E84B2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)</a:t>
            </a:r>
            <a:endParaRPr lang="en-US" sz="900">
              <a:latin typeface="Aptos" panose="020B0004020202020204" pitchFamily="34" charset="0"/>
            </a:endParaRPr>
          </a:p>
        </p:txBody>
      </p:sp>
      <p:pic>
        <p:nvPicPr>
          <p:cNvPr id="19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82844" y="5310859"/>
            <a:ext cx="223145" cy="282651"/>
          </a:xfrm>
          <a:prstGeom prst="rect">
            <a:avLst/>
          </a:prstGeom>
        </p:spPr>
      </p:pic>
      <p:sp>
        <p:nvSpPr>
          <p:cNvPr id="20" name="Text 9"/>
          <p:cNvSpPr/>
          <p:nvPr/>
        </p:nvSpPr>
        <p:spPr>
          <a:xfrm>
            <a:off x="9220035" y="5429870"/>
            <a:ext cx="163640" cy="111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256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511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767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5023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1279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7535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3791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0047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413"/>
              </a:lnSpc>
              <a:buNone/>
            </a:pPr>
            <a:r>
              <a:rPr lang="en-US" sz="615">
                <a:solidFill>
                  <a:srgbClr val="EB7D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PDF</a:t>
            </a:r>
            <a:endParaRPr lang="en-US" sz="615"/>
          </a:p>
        </p:txBody>
      </p:sp>
      <p:pic>
        <p:nvPicPr>
          <p:cNvPr id="2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06801" y="5333174"/>
            <a:ext cx="14876" cy="550425"/>
          </a:xfrm>
          <a:prstGeom prst="rect">
            <a:avLst/>
          </a:prstGeom>
        </p:spPr>
      </p:pic>
      <p:sp>
        <p:nvSpPr>
          <p:cNvPr id="22" name="Text 10"/>
          <p:cNvSpPr/>
          <p:nvPr/>
        </p:nvSpPr>
        <p:spPr>
          <a:xfrm>
            <a:off x="7843972" y="5615825"/>
            <a:ext cx="690428" cy="304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256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511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767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5023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1279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7535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3791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0047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946"/>
              </a:lnSpc>
              <a:buNone/>
            </a:pPr>
            <a:r>
              <a:rPr lang="en-US" sz="900">
                <a:solidFill>
                  <a:srgbClr val="8389B4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PostgreSQL/</a:t>
            </a:r>
            <a:endParaRPr lang="en-US" sz="900">
              <a:latin typeface="Aptos" panose="020B0004020202020204" pitchFamily="34" charset="0"/>
            </a:endParaRPr>
          </a:p>
          <a:p>
            <a:pPr marL="0" indent="0" algn="ctr">
              <a:lnSpc>
                <a:spcPts val="946"/>
              </a:lnSpc>
              <a:buNone/>
            </a:pPr>
            <a:r>
              <a:rPr lang="en-US" sz="900">
                <a:solidFill>
                  <a:srgbClr val="8389B4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SQLite</a:t>
            </a:r>
            <a:endParaRPr lang="en-US" sz="900">
              <a:latin typeface="Aptos" panose="020B0004020202020204" pitchFamily="34" charset="0"/>
            </a:endParaRPr>
          </a:p>
        </p:txBody>
      </p:sp>
      <p:pic>
        <p:nvPicPr>
          <p:cNvPr id="23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15050" y="5310859"/>
            <a:ext cx="238022" cy="290089"/>
          </a:xfrm>
          <a:prstGeom prst="rect">
            <a:avLst/>
          </a:prstGeom>
        </p:spPr>
      </p:pic>
      <p:pic>
        <p:nvPicPr>
          <p:cNvPr id="24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39007" y="5325736"/>
            <a:ext cx="22315" cy="557863"/>
          </a:xfrm>
          <a:prstGeom prst="rect">
            <a:avLst/>
          </a:prstGeom>
        </p:spPr>
      </p:pic>
      <p:sp>
        <p:nvSpPr>
          <p:cNvPr id="25" name="Text 11"/>
          <p:cNvSpPr/>
          <p:nvPr/>
        </p:nvSpPr>
        <p:spPr>
          <a:xfrm>
            <a:off x="6884447" y="5630700"/>
            <a:ext cx="297527" cy="148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256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511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767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5023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1279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7535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3791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0047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834"/>
              </a:lnSpc>
              <a:buNone/>
            </a:pPr>
            <a:r>
              <a:rPr lang="en-US" sz="900">
                <a:solidFill>
                  <a:srgbClr val="898F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Jinja2</a:t>
            </a:r>
            <a:endParaRPr lang="en-US" sz="900"/>
          </a:p>
        </p:txBody>
      </p:sp>
      <p:pic>
        <p:nvPicPr>
          <p:cNvPr id="26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91885" y="5310859"/>
            <a:ext cx="267774" cy="290089"/>
          </a:xfrm>
          <a:prstGeom prst="rect">
            <a:avLst/>
          </a:prstGeom>
        </p:spPr>
      </p:pic>
      <p:pic>
        <p:nvPicPr>
          <p:cNvPr id="27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12538" y="5333174"/>
            <a:ext cx="14876" cy="550425"/>
          </a:xfrm>
          <a:prstGeom prst="rect">
            <a:avLst/>
          </a:prstGeom>
        </p:spPr>
      </p:pic>
      <p:sp>
        <p:nvSpPr>
          <p:cNvPr id="28" name="Text 12"/>
          <p:cNvSpPr/>
          <p:nvPr/>
        </p:nvSpPr>
        <p:spPr>
          <a:xfrm>
            <a:off x="5411687" y="5772027"/>
            <a:ext cx="981839" cy="141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256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511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767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5023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1279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7535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3791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0047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926"/>
              </a:lnSpc>
              <a:buNone/>
            </a:pPr>
            <a:r>
              <a:rPr lang="en-US" sz="845">
                <a:solidFill>
                  <a:srgbClr val="8289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</a:t>
            </a:r>
            <a:r>
              <a:rPr lang="en-US" sz="900" err="1">
                <a:solidFill>
                  <a:srgbClr val="8289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Ollama</a:t>
            </a:r>
            <a:r>
              <a:rPr lang="en-US" sz="900">
                <a:solidFill>
                  <a:srgbClr val="8289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/llama.cpp)</a:t>
            </a:r>
            <a:endParaRPr lang="en-US" sz="900"/>
          </a:p>
        </p:txBody>
      </p:sp>
      <p:sp>
        <p:nvSpPr>
          <p:cNvPr id="29" name="Text 13"/>
          <p:cNvSpPr/>
          <p:nvPr/>
        </p:nvSpPr>
        <p:spPr>
          <a:xfrm>
            <a:off x="5567889" y="5630701"/>
            <a:ext cx="557864" cy="1338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256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511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767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5023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1279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7535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3791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0047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654"/>
              </a:lnSpc>
              <a:buNone/>
            </a:pPr>
            <a:r>
              <a:rPr lang="en-US" sz="900">
                <a:solidFill>
                  <a:srgbClr val="7D82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LLM</a:t>
            </a:r>
            <a:endParaRPr lang="en-US" sz="900"/>
          </a:p>
        </p:txBody>
      </p:sp>
      <p:pic>
        <p:nvPicPr>
          <p:cNvPr id="30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738967" y="5310859"/>
            <a:ext cx="282651" cy="290089"/>
          </a:xfrm>
          <a:prstGeom prst="rect">
            <a:avLst/>
          </a:prstGeom>
        </p:spPr>
      </p:pic>
      <p:pic>
        <p:nvPicPr>
          <p:cNvPr id="31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218295" y="5333174"/>
            <a:ext cx="14876" cy="550425"/>
          </a:xfrm>
          <a:prstGeom prst="rect">
            <a:avLst/>
          </a:prstGeom>
        </p:spPr>
      </p:pic>
      <p:sp>
        <p:nvSpPr>
          <p:cNvPr id="32" name="Text 14"/>
          <p:cNvSpPr/>
          <p:nvPr/>
        </p:nvSpPr>
        <p:spPr>
          <a:xfrm>
            <a:off x="4281085" y="5630701"/>
            <a:ext cx="833075" cy="28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256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511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767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5023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1279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7535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3791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0047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76"/>
              </a:lnSpc>
              <a:buNone/>
            </a:pPr>
            <a:r>
              <a:rPr lang="en-US" sz="900" err="1">
                <a:solidFill>
                  <a:srgbClr val="898F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TextFSM</a:t>
            </a:r>
            <a:r>
              <a:rPr lang="en-US" sz="900">
                <a:solidFill>
                  <a:srgbClr val="898F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/ TTP</a:t>
            </a:r>
            <a:endParaRPr lang="en-US" sz="900"/>
          </a:p>
          <a:p>
            <a:pPr marL="0" indent="0" algn="l">
              <a:lnSpc>
                <a:spcPts val="1076"/>
              </a:lnSpc>
              <a:buNone/>
            </a:pPr>
            <a:r>
              <a:rPr lang="en-US" sz="900">
                <a:solidFill>
                  <a:srgbClr val="898F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</a:t>
            </a:r>
            <a:r>
              <a:rPr lang="en-US" sz="900" err="1">
                <a:solidFill>
                  <a:srgbClr val="898F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ntc</a:t>
            </a:r>
            <a:r>
              <a:rPr lang="en-US" sz="900">
                <a:solidFill>
                  <a:srgbClr val="898F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-templates)</a:t>
            </a:r>
            <a:endParaRPr lang="en-US" sz="900"/>
          </a:p>
        </p:txBody>
      </p:sp>
      <p:pic>
        <p:nvPicPr>
          <p:cNvPr id="33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474477" y="5325735"/>
            <a:ext cx="312403" cy="252898"/>
          </a:xfrm>
          <a:prstGeom prst="rect">
            <a:avLst/>
          </a:prstGeom>
        </p:spPr>
      </p:pic>
      <p:pic>
        <p:nvPicPr>
          <p:cNvPr id="34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043063" y="5333174"/>
            <a:ext cx="14876" cy="550425"/>
          </a:xfrm>
          <a:prstGeom prst="rect">
            <a:avLst/>
          </a:prstGeom>
        </p:spPr>
      </p:pic>
      <p:sp>
        <p:nvSpPr>
          <p:cNvPr id="35" name="Text 15"/>
          <p:cNvSpPr/>
          <p:nvPr/>
        </p:nvSpPr>
        <p:spPr>
          <a:xfrm>
            <a:off x="3418256" y="5772026"/>
            <a:ext cx="267774" cy="1338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256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511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767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5023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1279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7535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3791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0047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937"/>
              </a:lnSpc>
              <a:buNone/>
            </a:pPr>
            <a:r>
              <a:rPr lang="en-US" sz="900">
                <a:solidFill>
                  <a:srgbClr val="8A91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(Vite)</a:t>
            </a:r>
            <a:endParaRPr lang="en-US" sz="900"/>
          </a:p>
        </p:txBody>
      </p:sp>
      <p:sp>
        <p:nvSpPr>
          <p:cNvPr id="36" name="Text 16"/>
          <p:cNvSpPr/>
          <p:nvPr/>
        </p:nvSpPr>
        <p:spPr>
          <a:xfrm>
            <a:off x="3403379" y="5641857"/>
            <a:ext cx="317611" cy="126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256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511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767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5023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1279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7535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3791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0047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658"/>
              </a:lnSpc>
              <a:buNone/>
            </a:pPr>
            <a:r>
              <a:rPr lang="en-US" sz="900">
                <a:solidFill>
                  <a:srgbClr val="7B81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</a:t>
            </a:r>
            <a:endParaRPr lang="en-US" sz="900"/>
          </a:p>
        </p:txBody>
      </p:sp>
      <p:pic>
        <p:nvPicPr>
          <p:cNvPr id="37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395942" y="5310859"/>
            <a:ext cx="312403" cy="290089"/>
          </a:xfrm>
          <a:prstGeom prst="rect">
            <a:avLst/>
          </a:prstGeom>
        </p:spPr>
      </p:pic>
      <p:pic>
        <p:nvPicPr>
          <p:cNvPr id="38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046348" y="5377803"/>
            <a:ext cx="7438" cy="468605"/>
          </a:xfrm>
          <a:prstGeom prst="rect">
            <a:avLst/>
          </a:prstGeom>
        </p:spPr>
      </p:pic>
      <p:sp>
        <p:nvSpPr>
          <p:cNvPr id="39" name="Text 17"/>
          <p:cNvSpPr/>
          <p:nvPr/>
        </p:nvSpPr>
        <p:spPr>
          <a:xfrm>
            <a:off x="2317405" y="5638139"/>
            <a:ext cx="535549" cy="26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256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511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767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5023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1279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7535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3791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0047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64"/>
              </a:lnSpc>
              <a:buNone/>
            </a:pPr>
            <a:r>
              <a:rPr lang="en-US" sz="902">
                <a:solidFill>
                  <a:srgbClr val="7F86B3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Python/</a:t>
            </a:r>
            <a:endParaRPr lang="en-US" sz="902">
              <a:latin typeface="Aptos" panose="020B0004020202020204" pitchFamily="34" charset="0"/>
            </a:endParaRPr>
          </a:p>
          <a:p>
            <a:pPr marL="0" indent="0" algn="l">
              <a:lnSpc>
                <a:spcPts val="1064"/>
              </a:lnSpc>
              <a:buNone/>
            </a:pPr>
            <a:r>
              <a:rPr lang="en-US" sz="902" err="1">
                <a:solidFill>
                  <a:srgbClr val="7F86B3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FastAPI</a:t>
            </a:r>
            <a:endParaRPr lang="en-US" sz="902">
              <a:latin typeface="Aptos" panose="020B0004020202020204" pitchFamily="34" charset="0"/>
            </a:endParaRPr>
          </a:p>
        </p:txBody>
      </p:sp>
      <p:pic>
        <p:nvPicPr>
          <p:cNvPr id="40" name="Image 2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376911" y="5310859"/>
            <a:ext cx="290089" cy="290089"/>
          </a:xfrm>
          <a:prstGeom prst="rect">
            <a:avLst/>
          </a:prstGeom>
        </p:spPr>
      </p:pic>
      <p:pic>
        <p:nvPicPr>
          <p:cNvPr id="41" name="Image 21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975250" y="5333174"/>
            <a:ext cx="7438" cy="542987"/>
          </a:xfrm>
          <a:prstGeom prst="rect">
            <a:avLst/>
          </a:prstGeom>
        </p:spPr>
      </p:pic>
      <p:pic>
        <p:nvPicPr>
          <p:cNvPr id="42" name="Image 22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96867" y="5399390"/>
            <a:ext cx="373474" cy="394223"/>
          </a:xfrm>
          <a:prstGeom prst="rect">
            <a:avLst/>
          </a:prstGeom>
        </p:spPr>
      </p:pic>
      <p:sp>
        <p:nvSpPr>
          <p:cNvPr id="43" name="Text 18"/>
          <p:cNvSpPr/>
          <p:nvPr/>
        </p:nvSpPr>
        <p:spPr>
          <a:xfrm>
            <a:off x="807456" y="5318297"/>
            <a:ext cx="1145477" cy="572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256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511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767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5023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1279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7535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3791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0047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111"/>
              </a:lnSpc>
              <a:buNone/>
            </a:pPr>
            <a:r>
              <a:rPr lang="en-US" sz="1200" b="1">
                <a:solidFill>
                  <a:srgbClr val="6769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Tech Stack (MVP)</a:t>
            </a:r>
            <a:endParaRPr lang="en-US" sz="1200" b="1"/>
          </a:p>
        </p:txBody>
      </p:sp>
      <p:sp>
        <p:nvSpPr>
          <p:cNvPr id="44" name="Shape 19"/>
          <p:cNvSpPr/>
          <p:nvPr/>
        </p:nvSpPr>
        <p:spPr>
          <a:xfrm>
            <a:off x="9405990" y="840515"/>
            <a:ext cx="2521542" cy="4321581"/>
          </a:xfrm>
          <a:prstGeom prst="roundRect">
            <a:avLst>
              <a:gd name="adj" fmla="val 1770"/>
            </a:avLst>
          </a:prstGeom>
          <a:solidFill>
            <a:srgbClr val="F8FBFD"/>
          </a:solidFill>
          <a:ln w="9525">
            <a:solidFill>
              <a:srgbClr val="D2D9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20"/>
          <p:cNvSpPr/>
          <p:nvPr/>
        </p:nvSpPr>
        <p:spPr>
          <a:xfrm>
            <a:off x="9465495" y="4522412"/>
            <a:ext cx="312403" cy="319842"/>
          </a:xfrm>
          <a:prstGeom prst="roundRect">
            <a:avLst>
              <a:gd name="adj" fmla="val 50595"/>
            </a:avLst>
          </a:prstGeom>
          <a:solidFill>
            <a:srgbClr val="653EEE"/>
          </a:solidFill>
          <a:ln w="9525">
            <a:solidFill>
              <a:srgbClr val="6A44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21"/>
          <p:cNvSpPr/>
          <p:nvPr/>
        </p:nvSpPr>
        <p:spPr>
          <a:xfrm>
            <a:off x="9532438" y="4604232"/>
            <a:ext cx="178516" cy="156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256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511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767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5023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1279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7535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3791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0047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869"/>
              </a:lnSpc>
              <a:buNone/>
            </a:pPr>
            <a:r>
              <a:rPr lang="en-US" sz="1200">
                <a:solidFill>
                  <a:srgbClr val="C4B1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200"/>
          </a:p>
        </p:txBody>
      </p:sp>
      <p:pic>
        <p:nvPicPr>
          <p:cNvPr id="47" name="Image 23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484525" y="4366211"/>
            <a:ext cx="1390939" cy="52067"/>
          </a:xfrm>
          <a:prstGeom prst="rect">
            <a:avLst/>
          </a:prstGeom>
        </p:spPr>
      </p:pic>
      <p:pic>
        <p:nvPicPr>
          <p:cNvPr id="48" name="Image 24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822527" y="4381087"/>
            <a:ext cx="580178" cy="632245"/>
          </a:xfrm>
          <a:prstGeom prst="rect">
            <a:avLst/>
          </a:prstGeom>
        </p:spPr>
      </p:pic>
      <p:pic>
        <p:nvPicPr>
          <p:cNvPr id="49" name="Image 25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591944" y="4143065"/>
            <a:ext cx="52067" cy="371909"/>
          </a:xfrm>
          <a:prstGeom prst="rect">
            <a:avLst/>
          </a:prstGeom>
        </p:spPr>
      </p:pic>
      <p:pic>
        <p:nvPicPr>
          <p:cNvPr id="50" name="Image 26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815089" y="3659584"/>
            <a:ext cx="580178" cy="661998"/>
          </a:xfrm>
          <a:prstGeom prst="rect">
            <a:avLst/>
          </a:prstGeom>
        </p:spPr>
      </p:pic>
      <p:sp>
        <p:nvSpPr>
          <p:cNvPr id="51" name="Shape 22"/>
          <p:cNvSpPr/>
          <p:nvPr/>
        </p:nvSpPr>
        <p:spPr>
          <a:xfrm>
            <a:off x="9465495" y="3815785"/>
            <a:ext cx="312403" cy="327280"/>
          </a:xfrm>
          <a:prstGeom prst="roundRect">
            <a:avLst>
              <a:gd name="adj" fmla="val 51190"/>
            </a:avLst>
          </a:prstGeom>
          <a:solidFill>
            <a:srgbClr val="E80029"/>
          </a:solidFill>
          <a:ln w="9525">
            <a:solidFill>
              <a:srgbClr val="EA2C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23"/>
          <p:cNvSpPr/>
          <p:nvPr/>
        </p:nvSpPr>
        <p:spPr>
          <a:xfrm>
            <a:off x="9532439" y="3897605"/>
            <a:ext cx="185954" cy="156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256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511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767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5023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1279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7535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3791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0047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893"/>
              </a:lnSpc>
              <a:buNone/>
            </a:pPr>
            <a:r>
              <a:rPr lang="en-US" sz="1277">
                <a:solidFill>
                  <a:srgbClr val="F19A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277"/>
          </a:p>
        </p:txBody>
      </p:sp>
      <p:pic>
        <p:nvPicPr>
          <p:cNvPr id="53" name="Image 27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0484525" y="3652146"/>
            <a:ext cx="1390939" cy="37191"/>
          </a:xfrm>
          <a:prstGeom prst="rect">
            <a:avLst/>
          </a:prstGeom>
        </p:spPr>
      </p:pic>
      <p:pic>
        <p:nvPicPr>
          <p:cNvPr id="54" name="Image 28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484525" y="2893452"/>
            <a:ext cx="1390939" cy="37191"/>
          </a:xfrm>
          <a:prstGeom prst="rect">
            <a:avLst/>
          </a:prstGeom>
        </p:spPr>
      </p:pic>
      <p:pic>
        <p:nvPicPr>
          <p:cNvPr id="55" name="Image 29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0090302" y="2774441"/>
            <a:ext cx="37191" cy="171078"/>
          </a:xfrm>
          <a:prstGeom prst="rect">
            <a:avLst/>
          </a:prstGeom>
        </p:spPr>
      </p:pic>
      <p:pic>
        <p:nvPicPr>
          <p:cNvPr id="56" name="Image 30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0484525" y="2082690"/>
            <a:ext cx="1390939" cy="44629"/>
          </a:xfrm>
          <a:prstGeom prst="rect">
            <a:avLst/>
          </a:prstGeom>
        </p:spPr>
      </p:pic>
      <p:sp>
        <p:nvSpPr>
          <p:cNvPr id="57" name="Text 24"/>
          <p:cNvSpPr/>
          <p:nvPr/>
        </p:nvSpPr>
        <p:spPr>
          <a:xfrm>
            <a:off x="10506840" y="1770287"/>
            <a:ext cx="1309119" cy="141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256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511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767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5023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1279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7535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3791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0047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995"/>
              </a:lnSpc>
              <a:buNone/>
            </a:pPr>
            <a:r>
              <a:rPr lang="en-US" sz="900">
                <a:solidFill>
                  <a:srgbClr val="898EB6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parse and normalize to CSM.</a:t>
            </a:r>
            <a:endParaRPr lang="en-US" sz="900">
              <a:latin typeface="Aptos" panose="020B0004020202020204" pitchFamily="34" charset="0"/>
              <a:ea typeface="Calibri"/>
              <a:cs typeface="Calibri"/>
            </a:endParaRPr>
          </a:p>
        </p:txBody>
      </p:sp>
      <p:sp>
        <p:nvSpPr>
          <p:cNvPr id="58" name="Text 25"/>
          <p:cNvSpPr/>
          <p:nvPr/>
        </p:nvSpPr>
        <p:spPr>
          <a:xfrm>
            <a:off x="10506840" y="1443007"/>
            <a:ext cx="1309118" cy="304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256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511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767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5023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1279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7535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3791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0047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227"/>
              </a:lnSpc>
              <a:buNone/>
            </a:pPr>
            <a:r>
              <a:rPr lang="en-US" sz="1000" b="1">
                <a:solidFill>
                  <a:srgbClr val="6969B9"/>
                </a:solidFill>
                <a:latin typeface="Aptos"/>
                <a:ea typeface="Aptos" pitchFamily="34" charset="-122"/>
                <a:cs typeface="Aptos" pitchFamily="34" charset="-120"/>
              </a:rPr>
              <a:t>Single-file ingest</a:t>
            </a:r>
            <a:endParaRPr lang="en-US" sz="1000">
              <a:latin typeface="Aptos"/>
              <a:ea typeface="Calibri"/>
              <a:cs typeface="Calibri"/>
            </a:endParaRPr>
          </a:p>
          <a:p>
            <a:pPr marL="0" indent="0" algn="l">
              <a:lnSpc>
                <a:spcPts val="1227"/>
              </a:lnSpc>
              <a:buNone/>
            </a:pPr>
            <a:r>
              <a:rPr lang="en-US" sz="900">
                <a:solidFill>
                  <a:srgbClr val="9093BA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Upload one Cisco config;</a:t>
            </a:r>
            <a:endParaRPr lang="en-US" sz="900">
              <a:latin typeface="Aptos" panose="020B0004020202020204" pitchFamily="34" charset="0"/>
              <a:ea typeface="Calibri"/>
              <a:cs typeface="Calibri"/>
            </a:endParaRPr>
          </a:p>
        </p:txBody>
      </p:sp>
      <p:pic>
        <p:nvPicPr>
          <p:cNvPr id="59" name="Image 31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9822527" y="1383502"/>
            <a:ext cx="572740" cy="632245"/>
          </a:xfrm>
          <a:prstGeom prst="rect">
            <a:avLst/>
          </a:prstGeom>
        </p:spPr>
      </p:pic>
      <p:sp>
        <p:nvSpPr>
          <p:cNvPr id="60" name="Shape 26"/>
          <p:cNvSpPr/>
          <p:nvPr/>
        </p:nvSpPr>
        <p:spPr>
          <a:xfrm>
            <a:off x="9465495" y="1524826"/>
            <a:ext cx="312403" cy="327280"/>
          </a:xfrm>
          <a:prstGeom prst="roundRect">
            <a:avLst>
              <a:gd name="adj" fmla="val 49405"/>
            </a:avLst>
          </a:prstGeom>
          <a:solidFill>
            <a:srgbClr val="007DEC"/>
          </a:solidFill>
          <a:ln w="9525">
            <a:solidFill>
              <a:srgbClr val="338D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27"/>
          <p:cNvSpPr/>
          <p:nvPr/>
        </p:nvSpPr>
        <p:spPr>
          <a:xfrm>
            <a:off x="9532439" y="1606647"/>
            <a:ext cx="171078" cy="156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256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511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767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5023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1279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7535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3791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0047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870"/>
              </a:lnSpc>
              <a:buNone/>
            </a:pPr>
            <a:r>
              <a:rPr lang="en-US" sz="1174" b="1">
                <a:solidFill>
                  <a:srgbClr val="97CD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174"/>
          </a:p>
        </p:txBody>
      </p:sp>
      <p:sp>
        <p:nvSpPr>
          <p:cNvPr id="62" name="Text 28"/>
          <p:cNvSpPr/>
          <p:nvPr/>
        </p:nvSpPr>
        <p:spPr>
          <a:xfrm>
            <a:off x="10506839" y="2409970"/>
            <a:ext cx="1390939" cy="32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256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511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767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5023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1279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7535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3791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0047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92"/>
              </a:lnSpc>
              <a:buNone/>
            </a:pPr>
            <a:r>
              <a:rPr lang="en-US" sz="900">
                <a:solidFill>
                  <a:srgbClr val="878BB6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Evaluate~10-15 internal rules</a:t>
            </a:r>
            <a:endParaRPr lang="en-US" sz="900">
              <a:latin typeface="Aptos" panose="020B0004020202020204" pitchFamily="34" charset="0"/>
            </a:endParaRPr>
          </a:p>
          <a:p>
            <a:pPr marL="0" indent="0" algn="l">
              <a:lnSpc>
                <a:spcPts val="1092"/>
              </a:lnSpc>
              <a:buNone/>
            </a:pPr>
            <a:r>
              <a:rPr lang="en-US" sz="900">
                <a:solidFill>
                  <a:srgbClr val="878BB6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→Pass/Fail/Unknown.</a:t>
            </a:r>
            <a:endParaRPr lang="en-US" sz="900">
              <a:latin typeface="Aptos" panose="020B0004020202020204" pitchFamily="34" charset="0"/>
            </a:endParaRPr>
          </a:p>
        </p:txBody>
      </p:sp>
      <p:sp>
        <p:nvSpPr>
          <p:cNvPr id="63" name="Text 29"/>
          <p:cNvSpPr/>
          <p:nvPr/>
        </p:nvSpPr>
        <p:spPr>
          <a:xfrm>
            <a:off x="10506839" y="2238891"/>
            <a:ext cx="1197481" cy="148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256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511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767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5023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1279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7535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3791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0047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705"/>
              </a:lnSpc>
              <a:buNone/>
            </a:pPr>
            <a:r>
              <a:rPr lang="en-US" sz="1000" b="1">
                <a:solidFill>
                  <a:srgbClr val="696A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 audit</a:t>
            </a:r>
            <a:endParaRPr lang="en-US" sz="1000"/>
          </a:p>
        </p:txBody>
      </p:sp>
      <p:pic>
        <p:nvPicPr>
          <p:cNvPr id="64" name="Image 32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9815089" y="2134757"/>
            <a:ext cx="580178" cy="639683"/>
          </a:xfrm>
          <a:prstGeom prst="rect">
            <a:avLst/>
          </a:prstGeom>
        </p:spPr>
      </p:pic>
      <p:sp>
        <p:nvSpPr>
          <p:cNvPr id="65" name="Shape 30"/>
          <p:cNvSpPr/>
          <p:nvPr/>
        </p:nvSpPr>
        <p:spPr>
          <a:xfrm>
            <a:off x="9465495" y="2305835"/>
            <a:ext cx="312403" cy="319842"/>
          </a:xfrm>
          <a:prstGeom prst="roundRect">
            <a:avLst>
              <a:gd name="adj" fmla="val 48810"/>
            </a:avLst>
          </a:prstGeom>
          <a:solidFill>
            <a:srgbClr val="03B264"/>
          </a:solidFill>
          <a:ln w="9525">
            <a:solidFill>
              <a:srgbClr val="3EB6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Text 31"/>
          <p:cNvSpPr/>
          <p:nvPr/>
        </p:nvSpPr>
        <p:spPr>
          <a:xfrm>
            <a:off x="9532439" y="2387655"/>
            <a:ext cx="185954" cy="156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256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511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767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5023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1279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7535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3791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0047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912"/>
              </a:lnSpc>
              <a:buNone/>
            </a:pPr>
            <a:r>
              <a:rPr lang="en-US" sz="1278">
                <a:solidFill>
                  <a:srgbClr val="96E5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278"/>
          </a:p>
        </p:txBody>
      </p:sp>
      <p:sp>
        <p:nvSpPr>
          <p:cNvPr id="67" name="Text 32"/>
          <p:cNvSpPr/>
          <p:nvPr/>
        </p:nvSpPr>
        <p:spPr>
          <a:xfrm>
            <a:off x="10506840" y="3220731"/>
            <a:ext cx="1383501" cy="32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256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511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767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5023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1279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7535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3791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0047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26"/>
              </a:lnSpc>
              <a:buNone/>
            </a:pPr>
            <a:r>
              <a:rPr lang="en-US" sz="900">
                <a:solidFill>
                  <a:srgbClr val="8F94BC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One unmapped line → AI</a:t>
            </a:r>
            <a:endParaRPr lang="en-US" sz="900">
              <a:latin typeface="Aptos" panose="020B0004020202020204" pitchFamily="34" charset="0"/>
            </a:endParaRPr>
          </a:p>
          <a:p>
            <a:pPr marL="0" indent="0" algn="l">
              <a:lnSpc>
                <a:spcPts val="1026"/>
              </a:lnSpc>
              <a:buNone/>
            </a:pPr>
            <a:r>
              <a:rPr lang="en-US" sz="900">
                <a:solidFill>
                  <a:srgbClr val="8F94BC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suggestion → reviewer approval.</a:t>
            </a:r>
            <a:endParaRPr lang="en-US" sz="900">
              <a:latin typeface="Aptos" panose="020B0004020202020204" pitchFamily="34" charset="0"/>
            </a:endParaRPr>
          </a:p>
        </p:txBody>
      </p:sp>
      <p:sp>
        <p:nvSpPr>
          <p:cNvPr id="68" name="Text 33"/>
          <p:cNvSpPr/>
          <p:nvPr/>
        </p:nvSpPr>
        <p:spPr>
          <a:xfrm>
            <a:off x="10506840" y="3049653"/>
            <a:ext cx="1250820" cy="171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256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511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767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5023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1279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7535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3791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0047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932"/>
              </a:lnSpc>
              <a:buNone/>
            </a:pPr>
            <a:r>
              <a:rPr lang="en-US" sz="1000" b="1">
                <a:solidFill>
                  <a:srgbClr val="696BB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 mapping moment</a:t>
            </a:r>
            <a:endParaRPr lang="en-US" sz="1000"/>
          </a:p>
        </p:txBody>
      </p:sp>
      <p:pic>
        <p:nvPicPr>
          <p:cNvPr id="69" name="Image 33" descr="preencoded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9815089" y="2945519"/>
            <a:ext cx="580178" cy="632245"/>
          </a:xfrm>
          <a:prstGeom prst="rect">
            <a:avLst/>
          </a:prstGeom>
        </p:spPr>
      </p:pic>
      <p:sp>
        <p:nvSpPr>
          <p:cNvPr id="70" name="Shape 34"/>
          <p:cNvSpPr/>
          <p:nvPr/>
        </p:nvSpPr>
        <p:spPr>
          <a:xfrm>
            <a:off x="9465495" y="3079406"/>
            <a:ext cx="312403" cy="327280"/>
          </a:xfrm>
          <a:prstGeom prst="roundRect">
            <a:avLst>
              <a:gd name="adj" fmla="val 51190"/>
            </a:avLst>
          </a:prstGeom>
          <a:solidFill>
            <a:srgbClr val="FFAD00"/>
          </a:solidFill>
          <a:ln w="9525">
            <a:solidFill>
              <a:srgbClr val="F9CA7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Text 35"/>
          <p:cNvSpPr/>
          <p:nvPr/>
        </p:nvSpPr>
        <p:spPr>
          <a:xfrm>
            <a:off x="9532438" y="3161226"/>
            <a:ext cx="178516" cy="156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256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511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767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5023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1279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7535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3791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0047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925"/>
              </a:lnSpc>
              <a:buNone/>
            </a:pPr>
            <a:r>
              <a:rPr lang="en-US" sz="1226">
                <a:solidFill>
                  <a:srgbClr val="FADD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226"/>
          </a:p>
        </p:txBody>
      </p:sp>
      <p:pic>
        <p:nvPicPr>
          <p:cNvPr id="72" name="Image 34" descr="preencoded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9614258" y="3414124"/>
            <a:ext cx="14876" cy="394223"/>
          </a:xfrm>
          <a:prstGeom prst="rect">
            <a:avLst/>
          </a:prstGeom>
        </p:spPr>
      </p:pic>
      <p:pic>
        <p:nvPicPr>
          <p:cNvPr id="73" name="Image 35" descr="preencoded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9614258" y="2640553"/>
            <a:ext cx="14876" cy="431414"/>
          </a:xfrm>
          <a:prstGeom prst="rect">
            <a:avLst/>
          </a:prstGeom>
        </p:spPr>
      </p:pic>
      <p:pic>
        <p:nvPicPr>
          <p:cNvPr id="74" name="Image 36" descr="preencoded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9614258" y="1852106"/>
            <a:ext cx="22315" cy="446291"/>
          </a:xfrm>
          <a:prstGeom prst="rect">
            <a:avLst/>
          </a:prstGeom>
        </p:spPr>
      </p:pic>
      <p:sp>
        <p:nvSpPr>
          <p:cNvPr id="75" name="Text 36"/>
          <p:cNvSpPr/>
          <p:nvPr/>
        </p:nvSpPr>
        <p:spPr>
          <a:xfrm>
            <a:off x="9822527" y="974402"/>
            <a:ext cx="2075252" cy="26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256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511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767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5023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1279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7535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3791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0047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107"/>
              </a:lnSpc>
              <a:buNone/>
            </a:pPr>
            <a:r>
              <a:rPr lang="en-US" sz="1200" b="1">
                <a:solidFill>
                  <a:srgbClr val="DE4F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Process (MVP)</a:t>
            </a:r>
            <a:endParaRPr lang="en-US" sz="1200"/>
          </a:p>
        </p:txBody>
      </p:sp>
      <p:pic>
        <p:nvPicPr>
          <p:cNvPr id="76" name="Image 37" descr="preencoded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9495247" y="885143"/>
            <a:ext cx="312402" cy="330778"/>
          </a:xfrm>
          <a:prstGeom prst="rect">
            <a:avLst/>
          </a:prstGeom>
        </p:spPr>
      </p:pic>
      <p:sp>
        <p:nvSpPr>
          <p:cNvPr id="77" name="Text 37"/>
          <p:cNvSpPr/>
          <p:nvPr/>
        </p:nvSpPr>
        <p:spPr>
          <a:xfrm>
            <a:off x="10499401" y="4678614"/>
            <a:ext cx="1368625" cy="2900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256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511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767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5023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1279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7535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3791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0047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919"/>
              </a:lnSpc>
              <a:buNone/>
            </a:pPr>
            <a:r>
              <a:rPr lang="en-US" sz="900">
                <a:solidFill>
                  <a:srgbClr val="8C91BB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Hash-chained log entry + PDF</a:t>
            </a:r>
            <a:r>
              <a:rPr lang="en-US" sz="900">
                <a:latin typeface="Aptos" panose="020B0004020202020204" pitchFamily="34" charset="0"/>
              </a:rPr>
              <a:t> </a:t>
            </a:r>
            <a:r>
              <a:rPr lang="en-US" sz="900">
                <a:solidFill>
                  <a:srgbClr val="8C91BB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with verification hash.</a:t>
            </a:r>
            <a:endParaRPr lang="en-US" sz="900">
              <a:latin typeface="Aptos" panose="020B0004020202020204" pitchFamily="34" charset="0"/>
            </a:endParaRPr>
          </a:p>
        </p:txBody>
      </p:sp>
      <p:sp>
        <p:nvSpPr>
          <p:cNvPr id="78" name="Text 38"/>
          <p:cNvSpPr/>
          <p:nvPr/>
        </p:nvSpPr>
        <p:spPr>
          <a:xfrm>
            <a:off x="10506840" y="4500098"/>
            <a:ext cx="1029840" cy="163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256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511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767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5023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1279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7535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3791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0047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926"/>
              </a:lnSpc>
              <a:buNone/>
            </a:pPr>
            <a:r>
              <a:rPr lang="en-US" sz="1000" b="1">
                <a:solidFill>
                  <a:srgbClr val="686AB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Verifiable report</a:t>
            </a:r>
            <a:endParaRPr lang="en-US" sz="1000"/>
          </a:p>
        </p:txBody>
      </p:sp>
      <p:sp>
        <p:nvSpPr>
          <p:cNvPr id="79" name="Text 39"/>
          <p:cNvSpPr/>
          <p:nvPr/>
        </p:nvSpPr>
        <p:spPr>
          <a:xfrm>
            <a:off x="10506840" y="3934796"/>
            <a:ext cx="1405816" cy="319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256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511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767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5023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1279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7535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3791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0047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832"/>
              </a:lnSpc>
              <a:buNone/>
            </a:pPr>
            <a:r>
              <a:rPr lang="en-US" sz="900">
                <a:solidFill>
                  <a:srgbClr val="9397BF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Jinja2 fix + explanation +</a:t>
            </a:r>
            <a:endParaRPr lang="en-US" sz="900">
              <a:latin typeface="Aptos" panose="020B0004020202020204" pitchFamily="34" charset="0"/>
            </a:endParaRPr>
          </a:p>
          <a:p>
            <a:pPr marL="0" indent="0" algn="l">
              <a:lnSpc>
                <a:spcPts val="832"/>
              </a:lnSpc>
              <a:buNone/>
            </a:pPr>
            <a:r>
              <a:rPr lang="en-US" sz="900">
                <a:solidFill>
                  <a:srgbClr val="9397BF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conflict check on one failed control</a:t>
            </a:r>
            <a:endParaRPr lang="en-US" sz="900">
              <a:latin typeface="Aptos" panose="020B0004020202020204" pitchFamily="34" charset="0"/>
            </a:endParaRPr>
          </a:p>
        </p:txBody>
      </p:sp>
      <p:sp>
        <p:nvSpPr>
          <p:cNvPr id="80" name="Text 40"/>
          <p:cNvSpPr/>
          <p:nvPr/>
        </p:nvSpPr>
        <p:spPr>
          <a:xfrm>
            <a:off x="10506840" y="3778594"/>
            <a:ext cx="1338872" cy="148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256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511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767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5023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1279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7535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3791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0047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686"/>
              </a:lnSpc>
              <a:buNone/>
            </a:pPr>
            <a:r>
              <a:rPr lang="en-US" sz="1000" b="1">
                <a:solidFill>
                  <a:srgbClr val="6567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Remediation moment</a:t>
            </a:r>
            <a:endParaRPr lang="en-US" sz="1000"/>
          </a:p>
        </p:txBody>
      </p:sp>
      <p:sp>
        <p:nvSpPr>
          <p:cNvPr id="81" name="Shape 41"/>
          <p:cNvSpPr/>
          <p:nvPr/>
        </p:nvSpPr>
        <p:spPr>
          <a:xfrm>
            <a:off x="294221" y="1517388"/>
            <a:ext cx="2261206" cy="3659584"/>
          </a:xfrm>
          <a:prstGeom prst="rect">
            <a:avLst/>
          </a:prstGeom>
          <a:solidFill>
            <a:srgbClr val="ECF7FD"/>
          </a:solidFill>
          <a:ln w="9525">
            <a:solidFill>
              <a:srgbClr val="EEF9F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2" name="Image 38" descr="preencoded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112421" y="3867853"/>
            <a:ext cx="595054" cy="461167"/>
          </a:xfrm>
          <a:prstGeom prst="rect">
            <a:avLst/>
          </a:prstGeom>
        </p:spPr>
      </p:pic>
      <p:sp>
        <p:nvSpPr>
          <p:cNvPr id="83" name="Shape 42"/>
          <p:cNvSpPr/>
          <p:nvPr/>
        </p:nvSpPr>
        <p:spPr>
          <a:xfrm>
            <a:off x="398356" y="2454599"/>
            <a:ext cx="2060375" cy="1294243"/>
          </a:xfrm>
          <a:prstGeom prst="roundRect">
            <a:avLst>
              <a:gd name="adj" fmla="val 3448"/>
            </a:avLst>
          </a:prstGeom>
          <a:solidFill>
            <a:srgbClr val="F9FDFD"/>
          </a:solidFill>
          <a:ln w="9525">
            <a:solidFill>
              <a:srgbClr val="D1E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4" name="Image 39" descr="preencoded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1521521" y="3220731"/>
            <a:ext cx="208269" cy="163640"/>
          </a:xfrm>
          <a:prstGeom prst="rect">
            <a:avLst/>
          </a:prstGeom>
        </p:spPr>
      </p:pic>
      <p:pic>
        <p:nvPicPr>
          <p:cNvPr id="85" name="Image 40" descr="preencoded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658692" y="3257922"/>
            <a:ext cx="126449" cy="119011"/>
          </a:xfrm>
          <a:prstGeom prst="rect">
            <a:avLst/>
          </a:prstGeom>
        </p:spPr>
      </p:pic>
      <p:pic>
        <p:nvPicPr>
          <p:cNvPr id="86" name="Image 41" descr="preencoded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561996" y="3257922"/>
            <a:ext cx="89258" cy="111573"/>
          </a:xfrm>
          <a:prstGeom prst="rect">
            <a:avLst/>
          </a:prstGeom>
        </p:spPr>
      </p:pic>
      <p:pic>
        <p:nvPicPr>
          <p:cNvPr id="87" name="Image 42" descr="preencoded.pn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643816" y="2759565"/>
            <a:ext cx="513234" cy="185954"/>
          </a:xfrm>
          <a:prstGeom prst="rect">
            <a:avLst/>
          </a:prstGeom>
        </p:spPr>
      </p:pic>
      <p:sp>
        <p:nvSpPr>
          <p:cNvPr id="88" name="Text 43"/>
          <p:cNvSpPr/>
          <p:nvPr/>
        </p:nvSpPr>
        <p:spPr>
          <a:xfrm>
            <a:off x="643816" y="3488506"/>
            <a:ext cx="1472759" cy="156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256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511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767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5023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1279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7535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3791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0047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965"/>
              </a:lnSpc>
              <a:buNone/>
            </a:pPr>
            <a:r>
              <a:rPr lang="en-US" sz="880">
                <a:solidFill>
                  <a:srgbClr val="888D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(Extensible to more vendors)</a:t>
            </a:r>
            <a:endParaRPr lang="en-US" sz="880"/>
          </a:p>
        </p:txBody>
      </p:sp>
      <p:sp>
        <p:nvSpPr>
          <p:cNvPr id="89" name="Text 44"/>
          <p:cNvSpPr/>
          <p:nvPr/>
        </p:nvSpPr>
        <p:spPr>
          <a:xfrm>
            <a:off x="1759543" y="3205855"/>
            <a:ext cx="542987" cy="215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256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511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767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5023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1279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7535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3791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0047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219"/>
              </a:lnSpc>
              <a:buNone/>
            </a:pPr>
            <a:r>
              <a:rPr lang="en-US" sz="1082" b="1">
                <a:solidFill>
                  <a:srgbClr val="4848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paloalto</a:t>
            </a:r>
            <a:endParaRPr lang="en-US" sz="1082"/>
          </a:p>
        </p:txBody>
      </p:sp>
      <p:sp>
        <p:nvSpPr>
          <p:cNvPr id="90" name="Text 45"/>
          <p:cNvSpPr/>
          <p:nvPr/>
        </p:nvSpPr>
        <p:spPr>
          <a:xfrm>
            <a:off x="792580" y="3235607"/>
            <a:ext cx="557863" cy="148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256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511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767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5023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1279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7535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3791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0047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855"/>
              </a:lnSpc>
              <a:buNone/>
            </a:pPr>
            <a:r>
              <a:rPr lang="en-US" sz="1133">
                <a:solidFill>
                  <a:srgbClr val="4F4F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RTINET.</a:t>
            </a:r>
            <a:endParaRPr lang="en-US" sz="1133"/>
          </a:p>
        </p:txBody>
      </p:sp>
      <p:sp>
        <p:nvSpPr>
          <p:cNvPr id="91" name="Text 46"/>
          <p:cNvSpPr/>
          <p:nvPr/>
        </p:nvSpPr>
        <p:spPr>
          <a:xfrm>
            <a:off x="1588464" y="2789317"/>
            <a:ext cx="639683" cy="26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256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511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767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5023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1279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7535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3791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0047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95"/>
              </a:lnSpc>
              <a:buNone/>
            </a:pPr>
            <a:r>
              <a:rPr lang="en-US" sz="700" b="1">
                <a:solidFill>
                  <a:srgbClr val="737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JUNIPER NETWORKS</a:t>
            </a:r>
            <a:endParaRPr lang="en-US" sz="700" b="1"/>
          </a:p>
        </p:txBody>
      </p:sp>
      <p:sp>
        <p:nvSpPr>
          <p:cNvPr id="92" name="Text 47"/>
          <p:cNvSpPr/>
          <p:nvPr/>
        </p:nvSpPr>
        <p:spPr>
          <a:xfrm>
            <a:off x="688445" y="2945519"/>
            <a:ext cx="431414" cy="1338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256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511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767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5023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1279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7535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3791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0047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820"/>
              </a:lnSpc>
              <a:buNone/>
            </a:pPr>
            <a:r>
              <a:rPr lang="en-US" sz="1014" b="1">
                <a:solidFill>
                  <a:srgbClr val="57AA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CISCO</a:t>
            </a:r>
            <a:endParaRPr lang="en-US" sz="1014"/>
          </a:p>
        </p:txBody>
      </p:sp>
      <p:sp>
        <p:nvSpPr>
          <p:cNvPr id="93" name="Text 48"/>
          <p:cNvSpPr/>
          <p:nvPr/>
        </p:nvSpPr>
        <p:spPr>
          <a:xfrm>
            <a:off x="636378" y="2506666"/>
            <a:ext cx="1584332" cy="171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256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511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767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5023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1279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7535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3791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0047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52"/>
              </a:lnSpc>
              <a:buNone/>
            </a:pPr>
            <a:r>
              <a:rPr lang="en-US" sz="1000" b="1">
                <a:solidFill>
                  <a:srgbClr val="656A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Supported Vendors (Initial)</a:t>
            </a:r>
            <a:endParaRPr lang="en-US" sz="1000"/>
          </a:p>
        </p:txBody>
      </p:sp>
      <p:sp>
        <p:nvSpPr>
          <p:cNvPr id="94" name="Shape 49"/>
          <p:cNvSpPr/>
          <p:nvPr/>
        </p:nvSpPr>
        <p:spPr>
          <a:xfrm>
            <a:off x="398356" y="1584332"/>
            <a:ext cx="2052937" cy="818200"/>
          </a:xfrm>
          <a:prstGeom prst="roundRect">
            <a:avLst>
              <a:gd name="adj" fmla="val 6136"/>
            </a:avLst>
          </a:prstGeom>
          <a:solidFill>
            <a:srgbClr val="EBF7FD"/>
          </a:solidFill>
          <a:ln w="9525">
            <a:solidFill>
              <a:srgbClr val="D6E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5" name="Shape 50"/>
          <p:cNvSpPr/>
          <p:nvPr/>
        </p:nvSpPr>
        <p:spPr>
          <a:xfrm>
            <a:off x="405794" y="1859545"/>
            <a:ext cx="2045499" cy="528111"/>
          </a:xfrm>
          <a:prstGeom prst="roundRect">
            <a:avLst>
              <a:gd name="adj" fmla="val 4225"/>
            </a:avLst>
          </a:prstGeom>
          <a:solidFill>
            <a:srgbClr val="FBFDFD"/>
          </a:solidFill>
          <a:ln w="19050">
            <a:solidFill>
              <a:srgbClr val="E5F4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6" name="Text 51"/>
          <p:cNvSpPr/>
          <p:nvPr/>
        </p:nvSpPr>
        <p:spPr>
          <a:xfrm>
            <a:off x="1127297" y="1926488"/>
            <a:ext cx="1190108" cy="3644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256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511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767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5023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1279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7535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3791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0047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121"/>
              </a:lnSpc>
              <a:buNone/>
            </a:pPr>
            <a:r>
              <a:rPr lang="en-US" sz="1000">
                <a:solidFill>
                  <a:srgbClr val="696D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Single file upload</a:t>
            </a:r>
            <a:endParaRPr lang="en-US" sz="1000"/>
          </a:p>
          <a:p>
            <a:pPr marL="0" indent="0" algn="l">
              <a:lnSpc>
                <a:spcPts val="1121"/>
              </a:lnSpc>
              <a:buNone/>
            </a:pPr>
            <a:r>
              <a:rPr lang="en-US" sz="1000">
                <a:solidFill>
                  <a:srgbClr val="696D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(.</a:t>
            </a:r>
            <a:r>
              <a:rPr lang="en-US" sz="1000" err="1">
                <a:solidFill>
                  <a:srgbClr val="696D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cfg</a:t>
            </a:r>
            <a:r>
              <a:rPr lang="en-US" sz="1000">
                <a:solidFill>
                  <a:srgbClr val="696D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/.txt/.conf)</a:t>
            </a:r>
            <a:endParaRPr lang="en-US" sz="1000"/>
          </a:p>
        </p:txBody>
      </p:sp>
      <p:pic>
        <p:nvPicPr>
          <p:cNvPr id="97" name="Image 43" descr="preencoded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651254" y="1911612"/>
            <a:ext cx="281636" cy="364471"/>
          </a:xfrm>
          <a:prstGeom prst="rect">
            <a:avLst/>
          </a:prstGeom>
        </p:spPr>
      </p:pic>
      <p:sp>
        <p:nvSpPr>
          <p:cNvPr id="98" name="Text 52"/>
          <p:cNvSpPr/>
          <p:nvPr/>
        </p:nvSpPr>
        <p:spPr>
          <a:xfrm>
            <a:off x="666131" y="1643838"/>
            <a:ext cx="1554579" cy="171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256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511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767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5023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1279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7535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3791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0047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993"/>
              </a:lnSpc>
              <a:buNone/>
            </a:pPr>
            <a:r>
              <a:rPr lang="en-US" sz="1000" b="1">
                <a:solidFill>
                  <a:srgbClr val="666B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Configuration Input (MVP)</a:t>
            </a:r>
            <a:endParaRPr lang="en-US" sz="1000"/>
          </a:p>
        </p:txBody>
      </p:sp>
      <p:sp>
        <p:nvSpPr>
          <p:cNvPr id="99" name="Shape 53"/>
          <p:cNvSpPr/>
          <p:nvPr/>
        </p:nvSpPr>
        <p:spPr>
          <a:xfrm>
            <a:off x="294222" y="840514"/>
            <a:ext cx="2268644" cy="669436"/>
          </a:xfrm>
          <a:prstGeom prst="roundRect">
            <a:avLst>
              <a:gd name="adj" fmla="val 3333"/>
            </a:avLst>
          </a:prstGeom>
          <a:solidFill>
            <a:srgbClr val="BFE6FD"/>
          </a:solidFill>
          <a:ln w="9525">
            <a:solidFill>
              <a:srgbClr val="B5D8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0" name="Text 54"/>
          <p:cNvSpPr/>
          <p:nvPr/>
        </p:nvSpPr>
        <p:spPr>
          <a:xfrm>
            <a:off x="904152" y="1123164"/>
            <a:ext cx="1413254" cy="2454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256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511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767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5023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1279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7535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3791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0047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46"/>
              </a:lnSpc>
              <a:buNone/>
            </a:pPr>
            <a:r>
              <a:rPr lang="en-US" sz="1300" b="1">
                <a:solidFill>
                  <a:srgbClr val="4459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Ingest &amp; Parse</a:t>
            </a:r>
            <a:endParaRPr lang="en-US" sz="1300"/>
          </a:p>
        </p:txBody>
      </p:sp>
      <p:sp>
        <p:nvSpPr>
          <p:cNvPr id="101" name="Text 55"/>
          <p:cNvSpPr/>
          <p:nvPr/>
        </p:nvSpPr>
        <p:spPr>
          <a:xfrm>
            <a:off x="673568" y="1301680"/>
            <a:ext cx="1764832" cy="223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256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511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767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5023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1279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7535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3791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0047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939"/>
              </a:lnSpc>
              <a:buNone/>
            </a:pPr>
            <a:r>
              <a:rPr lang="en-US" sz="1100" i="1">
                <a:solidFill>
                  <a:srgbClr val="5F77A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(Users &amp; External Sources)</a:t>
            </a:r>
            <a:endParaRPr lang="en-US" sz="1100" i="1"/>
          </a:p>
        </p:txBody>
      </p:sp>
      <p:sp>
        <p:nvSpPr>
          <p:cNvPr id="102" name="Text 56"/>
          <p:cNvSpPr/>
          <p:nvPr/>
        </p:nvSpPr>
        <p:spPr>
          <a:xfrm>
            <a:off x="1157050" y="961662"/>
            <a:ext cx="825638" cy="1749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256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511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767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5023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1279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7535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3791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0047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919"/>
              </a:lnSpc>
              <a:buNone/>
            </a:pPr>
            <a:r>
              <a:rPr lang="en-US" sz="1800" b="1">
                <a:solidFill>
                  <a:srgbClr val="4259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Zone 1</a:t>
            </a:r>
            <a:endParaRPr lang="en-US" sz="1800"/>
          </a:p>
        </p:txBody>
      </p:sp>
      <p:sp>
        <p:nvSpPr>
          <p:cNvPr id="103" name="Text 57"/>
          <p:cNvSpPr/>
          <p:nvPr/>
        </p:nvSpPr>
        <p:spPr>
          <a:xfrm>
            <a:off x="718197" y="4715805"/>
            <a:ext cx="1658713" cy="319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256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511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767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5023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1279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7535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3791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0047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180"/>
              </a:lnSpc>
              <a:buNone/>
            </a:pPr>
            <a:r>
              <a:rPr lang="en-US" sz="1100">
                <a:solidFill>
                  <a:srgbClr val="7A85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Upload configuration and</a:t>
            </a:r>
            <a:endParaRPr lang="en-US" sz="1100"/>
          </a:p>
          <a:p>
            <a:pPr marL="0" indent="0" algn="ctr">
              <a:lnSpc>
                <a:spcPts val="1180"/>
              </a:lnSpc>
              <a:buNone/>
            </a:pPr>
            <a:r>
              <a:rPr lang="en-US" sz="1100">
                <a:solidFill>
                  <a:srgbClr val="7A85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 audit results</a:t>
            </a:r>
            <a:endParaRPr lang="en-US" sz="1100"/>
          </a:p>
        </p:txBody>
      </p:sp>
      <p:sp>
        <p:nvSpPr>
          <p:cNvPr id="104" name="Text 58"/>
          <p:cNvSpPr/>
          <p:nvPr/>
        </p:nvSpPr>
        <p:spPr>
          <a:xfrm>
            <a:off x="889274" y="4343896"/>
            <a:ext cx="1218925" cy="319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256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511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767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5023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1279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7535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3791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0047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236"/>
              </a:lnSpc>
              <a:buNone/>
            </a:pPr>
            <a:r>
              <a:rPr lang="en-US" sz="1200" b="1">
                <a:solidFill>
                  <a:srgbClr val="6770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Administrator/</a:t>
            </a:r>
            <a:endParaRPr lang="en-US" sz="1200"/>
          </a:p>
          <a:p>
            <a:pPr marL="0" indent="0" algn="ctr">
              <a:lnSpc>
                <a:spcPts val="1236"/>
              </a:lnSpc>
              <a:buNone/>
            </a:pPr>
            <a:r>
              <a:rPr lang="en-US" sz="1200" b="1">
                <a:solidFill>
                  <a:srgbClr val="6770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Team</a:t>
            </a:r>
            <a:endParaRPr lang="en-US" sz="1200"/>
          </a:p>
        </p:txBody>
      </p:sp>
      <p:pic>
        <p:nvPicPr>
          <p:cNvPr id="105" name="Image 44" descr="preencoded.pn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2652124" y="1524827"/>
            <a:ext cx="2298397" cy="3637269"/>
          </a:xfrm>
          <a:prstGeom prst="rect">
            <a:avLst/>
          </a:prstGeom>
        </p:spPr>
      </p:pic>
      <p:sp>
        <p:nvSpPr>
          <p:cNvPr id="106" name="Shape 59"/>
          <p:cNvSpPr/>
          <p:nvPr/>
        </p:nvSpPr>
        <p:spPr>
          <a:xfrm>
            <a:off x="2763697" y="3741404"/>
            <a:ext cx="2067813" cy="1056221"/>
          </a:xfrm>
          <a:prstGeom prst="roundRect">
            <a:avLst>
              <a:gd name="adj" fmla="val 4225"/>
            </a:avLst>
          </a:prstGeom>
          <a:solidFill>
            <a:srgbClr val="EEEEFC"/>
          </a:solidFill>
          <a:ln w="19050">
            <a:solidFill>
              <a:srgbClr val="CDC8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7" name="Image 45" descr="preencoded.png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3358751" y="4433155"/>
            <a:ext cx="52067" cy="52067"/>
          </a:xfrm>
          <a:prstGeom prst="rect">
            <a:avLst/>
          </a:prstGeom>
        </p:spPr>
      </p:pic>
      <p:pic>
        <p:nvPicPr>
          <p:cNvPr id="108" name="Image 46" descr="preencoded.png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3358751" y="4113313"/>
            <a:ext cx="52067" cy="52067"/>
          </a:xfrm>
          <a:prstGeom prst="rect">
            <a:avLst/>
          </a:prstGeom>
        </p:spPr>
      </p:pic>
      <p:pic>
        <p:nvPicPr>
          <p:cNvPr id="109" name="Image 47" descr="preencoded.png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2897584" y="3867853"/>
            <a:ext cx="304965" cy="379347"/>
          </a:xfrm>
          <a:prstGeom prst="rect">
            <a:avLst/>
          </a:prstGeom>
        </p:spPr>
      </p:pic>
      <p:sp>
        <p:nvSpPr>
          <p:cNvPr id="110" name="Text 60"/>
          <p:cNvSpPr/>
          <p:nvPr/>
        </p:nvSpPr>
        <p:spPr>
          <a:xfrm>
            <a:off x="3485200" y="4101233"/>
            <a:ext cx="1367216" cy="632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256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511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767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5023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1279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7535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3791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0047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852"/>
              </a:lnSpc>
              <a:buNone/>
            </a:pPr>
            <a:r>
              <a:rPr lang="en-US" sz="800">
                <a:solidFill>
                  <a:srgbClr val="0020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Single authorized reviewer</a:t>
            </a:r>
            <a:endParaRPr lang="en-US" sz="800">
              <a:solidFill>
                <a:srgbClr val="00205F"/>
              </a:solidFill>
            </a:endParaRPr>
          </a:p>
          <a:p>
            <a:pPr marL="0" indent="0" algn="l">
              <a:lnSpc>
                <a:spcPts val="852"/>
              </a:lnSpc>
              <a:buNone/>
            </a:pPr>
            <a:r>
              <a:rPr lang="en-US" sz="800">
                <a:solidFill>
                  <a:srgbClr val="0020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approves mapping</a:t>
            </a:r>
          </a:p>
          <a:p>
            <a:pPr marL="0" indent="0" algn="l">
              <a:lnSpc>
                <a:spcPts val="852"/>
              </a:lnSpc>
              <a:buNone/>
            </a:pPr>
            <a:endParaRPr lang="en-US" sz="800">
              <a:solidFill>
                <a:srgbClr val="00205F"/>
              </a:solidFill>
            </a:endParaRPr>
          </a:p>
          <a:p>
            <a:pPr marL="0" indent="0" algn="l">
              <a:lnSpc>
                <a:spcPts val="852"/>
              </a:lnSpc>
              <a:buNone/>
            </a:pPr>
            <a:r>
              <a:rPr lang="en-US" sz="800">
                <a:solidFill>
                  <a:srgbClr val="0020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approved mappings are</a:t>
            </a:r>
            <a:endParaRPr lang="en-US" sz="800">
              <a:solidFill>
                <a:srgbClr val="00205F"/>
              </a:solidFill>
            </a:endParaRPr>
          </a:p>
          <a:p>
            <a:pPr marL="0" indent="0" algn="l">
              <a:lnSpc>
                <a:spcPts val="852"/>
              </a:lnSpc>
              <a:buNone/>
            </a:pPr>
            <a:r>
              <a:rPr lang="en-US" sz="800">
                <a:solidFill>
                  <a:srgbClr val="0020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versioned (author + timestamp</a:t>
            </a:r>
            <a:r>
              <a:rPr lang="en-US" sz="718">
                <a:solidFill>
                  <a:srgbClr val="0020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)</a:t>
            </a:r>
            <a:endParaRPr lang="en-US" sz="718">
              <a:solidFill>
                <a:srgbClr val="00205F"/>
              </a:solidFill>
            </a:endParaRPr>
          </a:p>
        </p:txBody>
      </p:sp>
      <p:sp>
        <p:nvSpPr>
          <p:cNvPr id="111" name="Text 61"/>
          <p:cNvSpPr/>
          <p:nvPr/>
        </p:nvSpPr>
        <p:spPr>
          <a:xfrm>
            <a:off x="3328998" y="3852976"/>
            <a:ext cx="1383501" cy="156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256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511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767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5023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1279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7535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3791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0047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830"/>
              </a:lnSpc>
              <a:buNone/>
            </a:pPr>
            <a:r>
              <a:rPr lang="en-US" sz="1000" b="1">
                <a:solidFill>
                  <a:srgbClr val="6769B8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Human Review &amp; Approval</a:t>
            </a:r>
            <a:endParaRPr lang="en-US" sz="1000">
              <a:latin typeface="Aptos" panose="020B0004020202020204" pitchFamily="34" charset="0"/>
            </a:endParaRPr>
          </a:p>
        </p:txBody>
      </p:sp>
      <p:sp>
        <p:nvSpPr>
          <p:cNvPr id="112" name="Shape 62"/>
          <p:cNvSpPr/>
          <p:nvPr/>
        </p:nvSpPr>
        <p:spPr>
          <a:xfrm>
            <a:off x="2763697" y="1599209"/>
            <a:ext cx="2067813" cy="974401"/>
          </a:xfrm>
          <a:prstGeom prst="roundRect">
            <a:avLst>
              <a:gd name="adj" fmla="val 4580"/>
            </a:avLst>
          </a:prstGeom>
          <a:solidFill>
            <a:srgbClr val="EFEEFD"/>
          </a:solidFill>
          <a:ln w="9525">
            <a:solidFill>
              <a:srgbClr val="C7C1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3" name="Image 48" descr="preencoded.png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3381318" y="2402169"/>
            <a:ext cx="45719" cy="45719"/>
          </a:xfrm>
          <a:prstGeom prst="rect">
            <a:avLst/>
          </a:prstGeom>
        </p:spPr>
      </p:pic>
      <p:pic>
        <p:nvPicPr>
          <p:cNvPr id="114" name="Image 49" descr="preencoded.png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3381066" y="2120608"/>
            <a:ext cx="45719" cy="45719"/>
          </a:xfrm>
          <a:prstGeom prst="rect">
            <a:avLst/>
          </a:prstGeom>
        </p:spPr>
      </p:pic>
      <p:pic>
        <p:nvPicPr>
          <p:cNvPr id="115" name="Image 50" descr="preencoded.png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2905022" y="1725658"/>
            <a:ext cx="304965" cy="364471"/>
          </a:xfrm>
          <a:prstGeom prst="rect">
            <a:avLst/>
          </a:prstGeom>
        </p:spPr>
      </p:pic>
      <p:sp>
        <p:nvSpPr>
          <p:cNvPr id="116" name="Text 63"/>
          <p:cNvSpPr/>
          <p:nvPr/>
        </p:nvSpPr>
        <p:spPr>
          <a:xfrm>
            <a:off x="3507515" y="2047568"/>
            <a:ext cx="1204984" cy="4462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256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511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767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5023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1279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7535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3791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0047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976"/>
              </a:lnSpc>
              <a:buNone/>
            </a:pPr>
            <a:r>
              <a:rPr lang="en-US" sz="900">
                <a:solidFill>
                  <a:srgbClr val="0007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Convert to Common</a:t>
            </a:r>
            <a:endParaRPr lang="en-US" sz="900">
              <a:solidFill>
                <a:srgbClr val="00078A"/>
              </a:solidFill>
            </a:endParaRPr>
          </a:p>
          <a:p>
            <a:pPr marL="0" indent="0" algn="l">
              <a:lnSpc>
                <a:spcPts val="976"/>
              </a:lnSpc>
              <a:buNone/>
            </a:pPr>
            <a:r>
              <a:rPr lang="en-US" sz="900">
                <a:solidFill>
                  <a:srgbClr val="0007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Model(CSM)</a:t>
            </a:r>
          </a:p>
          <a:p>
            <a:pPr marL="0" indent="0" algn="l">
              <a:lnSpc>
                <a:spcPts val="976"/>
              </a:lnSpc>
              <a:buNone/>
            </a:pPr>
            <a:endParaRPr lang="en-US" sz="900">
              <a:solidFill>
                <a:srgbClr val="00078A"/>
              </a:solidFill>
            </a:endParaRPr>
          </a:p>
          <a:p>
            <a:pPr marL="0" indent="0" algn="l">
              <a:lnSpc>
                <a:spcPts val="976"/>
              </a:lnSpc>
              <a:buNone/>
            </a:pPr>
            <a:r>
              <a:rPr lang="en-US" sz="900">
                <a:solidFill>
                  <a:srgbClr val="0007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Unified data structure</a:t>
            </a:r>
            <a:endParaRPr lang="en-US" sz="900">
              <a:solidFill>
                <a:srgbClr val="00078A"/>
              </a:solidFill>
            </a:endParaRPr>
          </a:p>
        </p:txBody>
      </p:sp>
      <p:sp>
        <p:nvSpPr>
          <p:cNvPr id="117" name="Text 64"/>
          <p:cNvSpPr/>
          <p:nvPr/>
        </p:nvSpPr>
        <p:spPr>
          <a:xfrm>
            <a:off x="3446779" y="1858203"/>
            <a:ext cx="1106933" cy="986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256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511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767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5023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1279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7535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3791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0047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937"/>
              </a:lnSpc>
              <a:buNone/>
            </a:pPr>
            <a:r>
              <a:rPr lang="en-US" sz="900">
                <a:solidFill>
                  <a:srgbClr val="8586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</a:t>
            </a:r>
            <a:r>
              <a:rPr lang="en-US" sz="900">
                <a:solidFill>
                  <a:srgbClr val="0007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 FSM/TTP)</a:t>
            </a:r>
            <a:endParaRPr lang="en-US" sz="900">
              <a:solidFill>
                <a:srgbClr val="00078A"/>
              </a:solidFill>
            </a:endParaRPr>
          </a:p>
        </p:txBody>
      </p:sp>
      <p:sp>
        <p:nvSpPr>
          <p:cNvPr id="118" name="Text 65"/>
          <p:cNvSpPr/>
          <p:nvPr/>
        </p:nvSpPr>
        <p:spPr>
          <a:xfrm>
            <a:off x="3373627" y="1695904"/>
            <a:ext cx="1222757" cy="156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256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511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767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5023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1279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7535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3791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0047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722"/>
              </a:lnSpc>
              <a:buNone/>
            </a:pPr>
            <a:r>
              <a:rPr lang="en-US" sz="1000" b="1">
                <a:solidFill>
                  <a:srgbClr val="6766B9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Parse &amp; Normalize</a:t>
            </a:r>
            <a:endParaRPr lang="en-US" sz="1000">
              <a:latin typeface="Aptos" panose="020B0004020202020204" pitchFamily="34" charset="0"/>
            </a:endParaRPr>
          </a:p>
        </p:txBody>
      </p:sp>
      <p:sp>
        <p:nvSpPr>
          <p:cNvPr id="119" name="Shape 66"/>
          <p:cNvSpPr/>
          <p:nvPr/>
        </p:nvSpPr>
        <p:spPr>
          <a:xfrm>
            <a:off x="2763697" y="2737250"/>
            <a:ext cx="2060375" cy="855390"/>
          </a:xfrm>
          <a:prstGeom prst="roundRect">
            <a:avLst>
              <a:gd name="adj" fmla="val 5217"/>
            </a:avLst>
          </a:prstGeom>
          <a:solidFill>
            <a:srgbClr val="EEEDFD"/>
          </a:solidFill>
          <a:ln w="19050">
            <a:solidFill>
              <a:srgbClr val="CBC5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20" name="Image 51" descr="preencoded.png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3366189" y="3362057"/>
            <a:ext cx="52067" cy="52067"/>
          </a:xfrm>
          <a:prstGeom prst="rect">
            <a:avLst/>
          </a:prstGeom>
        </p:spPr>
      </p:pic>
      <p:pic>
        <p:nvPicPr>
          <p:cNvPr id="121" name="Image 52" descr="preencoded.png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3366189" y="3213293"/>
            <a:ext cx="52067" cy="52067"/>
          </a:xfrm>
          <a:prstGeom prst="rect">
            <a:avLst/>
          </a:prstGeom>
        </p:spPr>
      </p:pic>
      <p:pic>
        <p:nvPicPr>
          <p:cNvPr id="122" name="Image 53" descr="preencoded.png"/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2882708" y="2863698"/>
            <a:ext cx="349594" cy="371909"/>
          </a:xfrm>
          <a:prstGeom prst="rect">
            <a:avLst/>
          </a:prstGeom>
        </p:spPr>
      </p:pic>
      <p:sp>
        <p:nvSpPr>
          <p:cNvPr id="123" name="Text 67"/>
          <p:cNvSpPr/>
          <p:nvPr/>
        </p:nvSpPr>
        <p:spPr>
          <a:xfrm>
            <a:off x="3492638" y="3161225"/>
            <a:ext cx="1286805" cy="28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256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511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767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5023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1279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7535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3791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0047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89"/>
              </a:lnSpc>
              <a:buNone/>
            </a:pPr>
            <a:r>
              <a:rPr lang="en-US" sz="729">
                <a:solidFill>
                  <a:srgbClr val="8183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Suggest CSM field mapping</a:t>
            </a:r>
            <a:endParaRPr lang="en-US" sz="729"/>
          </a:p>
          <a:p>
            <a:pPr marL="0" indent="0" algn="l">
              <a:lnSpc>
                <a:spcPts val="1089"/>
              </a:lnSpc>
              <a:buNone/>
            </a:pPr>
            <a:r>
              <a:rPr lang="en-US" sz="729">
                <a:solidFill>
                  <a:srgbClr val="8183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 confidence + rationale</a:t>
            </a:r>
            <a:endParaRPr lang="en-US" sz="729"/>
          </a:p>
        </p:txBody>
      </p:sp>
      <p:sp>
        <p:nvSpPr>
          <p:cNvPr id="124" name="Text 68"/>
          <p:cNvSpPr/>
          <p:nvPr/>
        </p:nvSpPr>
        <p:spPr>
          <a:xfrm>
            <a:off x="3358750" y="2804193"/>
            <a:ext cx="1428130" cy="334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256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511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767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5023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1279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7535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3791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0047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43"/>
              </a:lnSpc>
              <a:buNone/>
            </a:pPr>
            <a:r>
              <a:rPr lang="en-US" sz="1000" b="1">
                <a:solidFill>
                  <a:srgbClr val="6B6CB9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Handle Unmapped Syntax</a:t>
            </a:r>
            <a:r>
              <a:rPr lang="en-US" sz="1000" b="1">
                <a:latin typeface="Aptos" panose="020B0004020202020204" pitchFamily="34" charset="0"/>
              </a:rPr>
              <a:t> </a:t>
            </a:r>
            <a:r>
              <a:rPr lang="en-US" sz="1000" b="1">
                <a:solidFill>
                  <a:srgbClr val="6B6CB9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with AI (Local LLM)</a:t>
            </a:r>
            <a:endParaRPr lang="en-US" sz="1000" b="1">
              <a:latin typeface="Aptos" panose="020B0004020202020204" pitchFamily="34" charset="0"/>
            </a:endParaRPr>
          </a:p>
        </p:txBody>
      </p:sp>
      <p:pic>
        <p:nvPicPr>
          <p:cNvPr id="125" name="Image 54" descr="preencoded.png"/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3686031" y="3577764"/>
            <a:ext cx="59505" cy="178516"/>
          </a:xfrm>
          <a:prstGeom prst="rect">
            <a:avLst/>
          </a:prstGeom>
        </p:spPr>
      </p:pic>
      <p:pic>
        <p:nvPicPr>
          <p:cNvPr id="126" name="Image 55" descr="preencoded.png"/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3715784" y="3585202"/>
            <a:ext cx="185954" cy="171078"/>
          </a:xfrm>
          <a:prstGeom prst="rect">
            <a:avLst/>
          </a:prstGeom>
        </p:spPr>
      </p:pic>
      <p:pic>
        <p:nvPicPr>
          <p:cNvPr id="127" name="Image 56" descr="preencoded.png"/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3648840" y="2566172"/>
            <a:ext cx="267774" cy="178516"/>
          </a:xfrm>
          <a:prstGeom prst="rect">
            <a:avLst/>
          </a:prstGeom>
        </p:spPr>
      </p:pic>
      <p:pic>
        <p:nvPicPr>
          <p:cNvPr id="128" name="Image 57" descr="preencoded.png"/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3715784" y="2573610"/>
            <a:ext cx="171078" cy="163640"/>
          </a:xfrm>
          <a:prstGeom prst="rect">
            <a:avLst/>
          </a:prstGeom>
        </p:spPr>
      </p:pic>
      <p:pic>
        <p:nvPicPr>
          <p:cNvPr id="129" name="Image 58" descr="preencoded.png"/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3760412" y="2566172"/>
            <a:ext cx="111573" cy="178516"/>
          </a:xfrm>
          <a:prstGeom prst="rect">
            <a:avLst/>
          </a:prstGeom>
        </p:spPr>
      </p:pic>
      <p:sp>
        <p:nvSpPr>
          <p:cNvPr id="130" name="Shape 69"/>
          <p:cNvSpPr/>
          <p:nvPr/>
        </p:nvSpPr>
        <p:spPr>
          <a:xfrm>
            <a:off x="2652124" y="840514"/>
            <a:ext cx="2290959" cy="684312"/>
          </a:xfrm>
          <a:prstGeom prst="roundRect">
            <a:avLst>
              <a:gd name="adj" fmla="val 2717"/>
            </a:avLst>
          </a:prstGeom>
          <a:solidFill>
            <a:srgbClr val="DBD1FC"/>
          </a:solidFill>
          <a:ln w="9525">
            <a:solidFill>
              <a:srgbClr val="CABF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1" name="Text 70"/>
          <p:cNvSpPr/>
          <p:nvPr/>
        </p:nvSpPr>
        <p:spPr>
          <a:xfrm>
            <a:off x="3232301" y="1301680"/>
            <a:ext cx="1480197" cy="223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256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511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767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5023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1279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7535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3791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0047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08"/>
              </a:lnSpc>
              <a:buNone/>
            </a:pPr>
            <a:r>
              <a:rPr lang="en-US" sz="1100" i="1">
                <a:solidFill>
                  <a:srgbClr val="726E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(Normalization Layer)</a:t>
            </a:r>
            <a:endParaRPr lang="en-US" sz="1100" i="1"/>
          </a:p>
        </p:txBody>
      </p:sp>
      <p:sp>
        <p:nvSpPr>
          <p:cNvPr id="132" name="Text 71"/>
          <p:cNvSpPr/>
          <p:nvPr/>
        </p:nvSpPr>
        <p:spPr>
          <a:xfrm>
            <a:off x="3046348" y="922334"/>
            <a:ext cx="1368624" cy="379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256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511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767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5023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1279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7535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3791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0047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473"/>
              </a:lnSpc>
              <a:buNone/>
            </a:pPr>
            <a:r>
              <a:rPr lang="en-US" sz="1800" b="1">
                <a:solidFill>
                  <a:srgbClr val="514E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Zone 2</a:t>
            </a:r>
            <a:endParaRPr lang="en-US" sz="1800"/>
          </a:p>
          <a:p>
            <a:pPr marL="0" indent="0" algn="ctr">
              <a:lnSpc>
                <a:spcPts val="1473"/>
              </a:lnSpc>
              <a:buNone/>
            </a:pPr>
            <a:r>
              <a:rPr lang="en-US" sz="1300" b="1">
                <a:solidFill>
                  <a:srgbClr val="514E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Normalize (CSM)</a:t>
            </a:r>
            <a:endParaRPr lang="en-US" sz="1300"/>
          </a:p>
        </p:txBody>
      </p:sp>
      <p:sp>
        <p:nvSpPr>
          <p:cNvPr id="133" name="Shape 72"/>
          <p:cNvSpPr/>
          <p:nvPr/>
        </p:nvSpPr>
        <p:spPr>
          <a:xfrm>
            <a:off x="5024903" y="1509950"/>
            <a:ext cx="2164510" cy="3667022"/>
          </a:xfrm>
          <a:prstGeom prst="rect">
            <a:avLst/>
          </a:prstGeom>
          <a:solidFill>
            <a:srgbClr val="EAFCF2"/>
          </a:solidFill>
          <a:ln w="19050">
            <a:solidFill>
              <a:srgbClr val="EEFB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4" name="Shape 73"/>
          <p:cNvSpPr/>
          <p:nvPr/>
        </p:nvSpPr>
        <p:spPr>
          <a:xfrm>
            <a:off x="5121599" y="1591771"/>
            <a:ext cx="1971117" cy="2194262"/>
          </a:xfrm>
          <a:prstGeom prst="roundRect">
            <a:avLst>
              <a:gd name="adj" fmla="val 2264"/>
            </a:avLst>
          </a:prstGeom>
          <a:solidFill>
            <a:srgbClr val="ECFDF4"/>
          </a:solidFill>
          <a:ln w="9525">
            <a:solidFill>
              <a:srgbClr val="BEE8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5" name="Image 59" descr="preencoded.png"/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5642272" y="3429001"/>
            <a:ext cx="52067" cy="52067"/>
          </a:xfrm>
          <a:prstGeom prst="rect">
            <a:avLst/>
          </a:prstGeom>
        </p:spPr>
      </p:pic>
      <p:pic>
        <p:nvPicPr>
          <p:cNvPr id="136" name="Image 60" descr="preencoded.png"/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5642272" y="3086844"/>
            <a:ext cx="52067" cy="52067"/>
          </a:xfrm>
          <a:prstGeom prst="rect">
            <a:avLst/>
          </a:prstGeom>
        </p:spPr>
      </p:pic>
      <p:pic>
        <p:nvPicPr>
          <p:cNvPr id="137" name="Image 61" descr="preencoded.png"/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5642272" y="2767003"/>
            <a:ext cx="52067" cy="52067"/>
          </a:xfrm>
          <a:prstGeom prst="rect">
            <a:avLst/>
          </a:prstGeom>
        </p:spPr>
      </p:pic>
      <p:pic>
        <p:nvPicPr>
          <p:cNvPr id="138" name="Image 62" descr="preencoded.png"/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5642272" y="2447161"/>
            <a:ext cx="52067" cy="52067"/>
          </a:xfrm>
          <a:prstGeom prst="rect">
            <a:avLst/>
          </a:prstGeom>
        </p:spPr>
      </p:pic>
      <p:pic>
        <p:nvPicPr>
          <p:cNvPr id="139" name="Image 63" descr="preencoded.png"/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5642272" y="1985994"/>
            <a:ext cx="52067" cy="52067"/>
          </a:xfrm>
          <a:prstGeom prst="rect">
            <a:avLst/>
          </a:prstGeom>
        </p:spPr>
      </p:pic>
      <p:pic>
        <p:nvPicPr>
          <p:cNvPr id="140" name="Image 64" descr="preencoded.png"/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5248048" y="1703343"/>
            <a:ext cx="304965" cy="319842"/>
          </a:xfrm>
          <a:prstGeom prst="rect">
            <a:avLst/>
          </a:prstGeom>
        </p:spPr>
      </p:pic>
      <p:sp>
        <p:nvSpPr>
          <p:cNvPr id="141" name="Text 74"/>
          <p:cNvSpPr/>
          <p:nvPr/>
        </p:nvSpPr>
        <p:spPr>
          <a:xfrm>
            <a:off x="5768721" y="3027339"/>
            <a:ext cx="1227299" cy="639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256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511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767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5023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1279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7535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3791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0047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953"/>
              </a:lnSpc>
              <a:buNone/>
            </a:pPr>
            <a:r>
              <a:rPr lang="en-US" sz="800">
                <a:solidFill>
                  <a:srgbClr val="0020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input → same output</a:t>
            </a:r>
            <a:endParaRPr lang="en-US" sz="800">
              <a:solidFill>
                <a:srgbClr val="00205F"/>
              </a:solidFill>
            </a:endParaRPr>
          </a:p>
          <a:p>
            <a:pPr marL="0" indent="0" algn="l">
              <a:lnSpc>
                <a:spcPts val="953"/>
              </a:lnSpc>
              <a:buNone/>
            </a:pPr>
            <a:r>
              <a:rPr lang="en-US" sz="800">
                <a:solidFill>
                  <a:srgbClr val="0020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across repeated runs</a:t>
            </a:r>
            <a:endParaRPr lang="en-US" sz="800">
              <a:solidFill>
                <a:srgbClr val="00205F"/>
              </a:solidFill>
            </a:endParaRPr>
          </a:p>
          <a:p>
            <a:pPr marL="0" indent="0" algn="l">
              <a:lnSpc>
                <a:spcPts val="953"/>
              </a:lnSpc>
              <a:buNone/>
            </a:pPr>
            <a:r>
              <a:rPr lang="en-US" sz="800">
                <a:solidFill>
                  <a:srgbClr val="0020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Scoped, disclosed control set</a:t>
            </a:r>
            <a:endParaRPr lang="en-US" sz="800">
              <a:solidFill>
                <a:srgbClr val="00205F"/>
              </a:solidFill>
            </a:endParaRPr>
          </a:p>
          <a:p>
            <a:pPr marL="0" indent="0" algn="l">
              <a:lnSpc>
                <a:spcPts val="953"/>
              </a:lnSpc>
              <a:buNone/>
            </a:pPr>
            <a:r>
              <a:rPr lang="en-US" sz="800">
                <a:solidFill>
                  <a:srgbClr val="0020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MVP (extensible)</a:t>
            </a:r>
            <a:endParaRPr lang="en-US" sz="800">
              <a:solidFill>
                <a:srgbClr val="00205F"/>
              </a:solidFill>
            </a:endParaRPr>
          </a:p>
        </p:txBody>
      </p:sp>
      <p:sp>
        <p:nvSpPr>
          <p:cNvPr id="142" name="Text 75"/>
          <p:cNvSpPr/>
          <p:nvPr/>
        </p:nvSpPr>
        <p:spPr>
          <a:xfrm>
            <a:off x="5768720" y="2380217"/>
            <a:ext cx="1249614" cy="632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256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511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767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5023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1279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7535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3791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0047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933"/>
              </a:lnSpc>
              <a:buNone/>
            </a:pPr>
            <a:r>
              <a:rPr lang="en-US" sz="800">
                <a:solidFill>
                  <a:srgbClr val="0020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Explicit output: Pass / Fail /</a:t>
            </a:r>
            <a:endParaRPr lang="en-US" sz="800">
              <a:solidFill>
                <a:srgbClr val="00205F"/>
              </a:solidFill>
            </a:endParaRPr>
          </a:p>
          <a:p>
            <a:pPr marL="0" indent="0" algn="l">
              <a:lnSpc>
                <a:spcPts val="933"/>
              </a:lnSpc>
              <a:buNone/>
            </a:pPr>
            <a:r>
              <a:rPr lang="en-US" sz="800">
                <a:solidFill>
                  <a:srgbClr val="0020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Unknown</a:t>
            </a:r>
            <a:endParaRPr lang="en-US" sz="800">
              <a:solidFill>
                <a:srgbClr val="00205F"/>
              </a:solidFill>
            </a:endParaRPr>
          </a:p>
          <a:p>
            <a:pPr marL="0" indent="0" algn="l">
              <a:lnSpc>
                <a:spcPts val="933"/>
              </a:lnSpc>
              <a:buNone/>
            </a:pPr>
            <a:endParaRPr lang="en-US" sz="790"/>
          </a:p>
          <a:p>
            <a:pPr marL="0" indent="0" algn="l">
              <a:lnSpc>
                <a:spcPts val="933"/>
              </a:lnSpc>
              <a:buNone/>
            </a:pPr>
            <a:r>
              <a:rPr lang="en-US" sz="800">
                <a:solidFill>
                  <a:srgbClr val="0020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Fully deterministic-no Al</a:t>
            </a:r>
            <a:endParaRPr lang="en-US" sz="800">
              <a:solidFill>
                <a:srgbClr val="00205F"/>
              </a:solidFill>
            </a:endParaRPr>
          </a:p>
          <a:p>
            <a:pPr marL="0" indent="0" algn="l">
              <a:lnSpc>
                <a:spcPts val="933"/>
              </a:lnSpc>
              <a:buNone/>
            </a:pPr>
            <a:r>
              <a:rPr lang="en-US" sz="800">
                <a:solidFill>
                  <a:srgbClr val="0020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this decision path</a:t>
            </a:r>
            <a:endParaRPr lang="en-US" sz="800">
              <a:solidFill>
                <a:srgbClr val="00205F"/>
              </a:solidFill>
            </a:endParaRPr>
          </a:p>
        </p:txBody>
      </p:sp>
      <p:sp>
        <p:nvSpPr>
          <p:cNvPr id="143" name="Text 76"/>
          <p:cNvSpPr/>
          <p:nvPr/>
        </p:nvSpPr>
        <p:spPr>
          <a:xfrm>
            <a:off x="5761282" y="1919050"/>
            <a:ext cx="1301681" cy="4462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256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511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767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5023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1279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7535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3791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0047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913"/>
              </a:lnSpc>
              <a:buNone/>
            </a:pPr>
            <a:r>
              <a:rPr lang="en-US" sz="800">
                <a:solidFill>
                  <a:srgbClr val="0020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 CSM data against</a:t>
            </a:r>
            <a:endParaRPr lang="en-US" sz="800">
              <a:solidFill>
                <a:srgbClr val="00205F"/>
              </a:solidFill>
            </a:endParaRPr>
          </a:p>
          <a:p>
            <a:pPr marL="0" indent="0" algn="l">
              <a:lnSpc>
                <a:spcPts val="913"/>
              </a:lnSpc>
              <a:buNone/>
            </a:pPr>
            <a:r>
              <a:rPr lang="en-US" sz="800">
                <a:solidFill>
                  <a:srgbClr val="0020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rules mapped to</a:t>
            </a:r>
            <a:endParaRPr lang="en-US" sz="800">
              <a:solidFill>
                <a:srgbClr val="00205F"/>
              </a:solidFill>
            </a:endParaRPr>
          </a:p>
          <a:p>
            <a:pPr marL="0" indent="0" algn="l">
              <a:lnSpc>
                <a:spcPts val="913"/>
              </a:lnSpc>
              <a:buNone/>
            </a:pPr>
            <a:r>
              <a:rPr lang="en-US" sz="800">
                <a:solidFill>
                  <a:srgbClr val="0020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CIS/NIST-800-53/DISA-STIG</a:t>
            </a:r>
            <a:endParaRPr lang="en-US" sz="800">
              <a:solidFill>
                <a:srgbClr val="00205F"/>
              </a:solidFill>
            </a:endParaRPr>
          </a:p>
        </p:txBody>
      </p:sp>
      <p:sp>
        <p:nvSpPr>
          <p:cNvPr id="144" name="Text 77"/>
          <p:cNvSpPr/>
          <p:nvPr/>
        </p:nvSpPr>
        <p:spPr>
          <a:xfrm>
            <a:off x="5649710" y="1695905"/>
            <a:ext cx="1421650" cy="1562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256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511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767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5023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1279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7535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3791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0047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857"/>
              </a:lnSpc>
              <a:buNone/>
            </a:pPr>
            <a:r>
              <a:rPr lang="en-US" sz="1000" b="1">
                <a:solidFill>
                  <a:srgbClr val="63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Deterministic Rule Engine</a:t>
            </a:r>
            <a:endParaRPr lang="en-US" sz="1000"/>
          </a:p>
        </p:txBody>
      </p:sp>
      <p:sp>
        <p:nvSpPr>
          <p:cNvPr id="145" name="Shape 78"/>
          <p:cNvSpPr/>
          <p:nvPr/>
        </p:nvSpPr>
        <p:spPr>
          <a:xfrm>
            <a:off x="5121599" y="3934796"/>
            <a:ext cx="1978555" cy="922334"/>
          </a:xfrm>
          <a:prstGeom prst="roundRect">
            <a:avLst>
              <a:gd name="adj" fmla="val 4839"/>
            </a:avLst>
          </a:prstGeom>
          <a:solidFill>
            <a:srgbClr val="EAFCF3"/>
          </a:solidFill>
          <a:ln w="9525">
            <a:solidFill>
              <a:srgbClr val="C4E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46" name="Image 65" descr="preencoded.png"/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5731530" y="4619109"/>
            <a:ext cx="52067" cy="52067"/>
          </a:xfrm>
          <a:prstGeom prst="rect">
            <a:avLst/>
          </a:prstGeom>
        </p:spPr>
      </p:pic>
      <p:pic>
        <p:nvPicPr>
          <p:cNvPr id="147" name="Image 66" descr="preencoded.png"/>
          <p:cNvPicPr>
            <a:picLocks noChangeAspect="1"/>
          </p:cNvPicPr>
          <p:nvPr/>
        </p:nvPicPr>
        <p:blipFill>
          <a:blip r:embed="rId67"/>
          <a:stretch>
            <a:fillRect/>
          </a:stretch>
        </p:blipFill>
        <p:spPr>
          <a:xfrm>
            <a:off x="5731530" y="4291829"/>
            <a:ext cx="52067" cy="52067"/>
          </a:xfrm>
          <a:prstGeom prst="rect">
            <a:avLst/>
          </a:prstGeom>
        </p:spPr>
      </p:pic>
      <p:pic>
        <p:nvPicPr>
          <p:cNvPr id="148" name="Image 67" descr="preencoded.png"/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5262924" y="4068683"/>
            <a:ext cx="334718" cy="386785"/>
          </a:xfrm>
          <a:prstGeom prst="rect">
            <a:avLst/>
          </a:prstGeom>
        </p:spPr>
      </p:pic>
      <p:sp>
        <p:nvSpPr>
          <p:cNvPr id="149" name="Text 79"/>
          <p:cNvSpPr/>
          <p:nvPr/>
        </p:nvSpPr>
        <p:spPr>
          <a:xfrm>
            <a:off x="5857978" y="4567041"/>
            <a:ext cx="1160356" cy="148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256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511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767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5023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1279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7535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3791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0047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824"/>
              </a:lnSpc>
              <a:buNone/>
            </a:pPr>
            <a:r>
              <a:rPr lang="en-US" sz="800">
                <a:solidFill>
                  <a:srgbClr val="0020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Rule-wise findings and details</a:t>
            </a:r>
            <a:endParaRPr lang="en-US" sz="800">
              <a:solidFill>
                <a:srgbClr val="00205F"/>
              </a:solidFill>
            </a:endParaRPr>
          </a:p>
        </p:txBody>
      </p:sp>
      <p:sp>
        <p:nvSpPr>
          <p:cNvPr id="150" name="Text 80"/>
          <p:cNvSpPr/>
          <p:nvPr/>
        </p:nvSpPr>
        <p:spPr>
          <a:xfrm>
            <a:off x="5857978" y="4381087"/>
            <a:ext cx="758694" cy="141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256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511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767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5023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1279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7535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3791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0047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875"/>
              </a:lnSpc>
              <a:buNone/>
            </a:pPr>
            <a:r>
              <a:rPr lang="en-US" sz="800">
                <a:solidFill>
                  <a:srgbClr val="0020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(for each control)</a:t>
            </a:r>
            <a:endParaRPr lang="en-US" sz="800">
              <a:solidFill>
                <a:srgbClr val="00205F"/>
              </a:solidFill>
            </a:endParaRPr>
          </a:p>
        </p:txBody>
      </p:sp>
      <p:sp>
        <p:nvSpPr>
          <p:cNvPr id="151" name="Text 81"/>
          <p:cNvSpPr/>
          <p:nvPr/>
        </p:nvSpPr>
        <p:spPr>
          <a:xfrm>
            <a:off x="5857978" y="4232324"/>
            <a:ext cx="966963" cy="141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256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511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767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5023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1279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7535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3791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0047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766"/>
              </a:lnSpc>
              <a:buNone/>
            </a:pPr>
            <a:r>
              <a:rPr lang="en-US" sz="800">
                <a:solidFill>
                  <a:srgbClr val="0020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Pass/Fail/Unknown</a:t>
            </a:r>
            <a:endParaRPr lang="en-US" sz="800">
              <a:solidFill>
                <a:srgbClr val="00205F"/>
              </a:solidFill>
            </a:endParaRPr>
          </a:p>
        </p:txBody>
      </p:sp>
      <p:sp>
        <p:nvSpPr>
          <p:cNvPr id="152" name="Text 82"/>
          <p:cNvSpPr/>
          <p:nvPr/>
        </p:nvSpPr>
        <p:spPr>
          <a:xfrm>
            <a:off x="5724092" y="4053806"/>
            <a:ext cx="1292404" cy="152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256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511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767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5023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1279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7535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3791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0047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795"/>
              </a:lnSpc>
              <a:buNone/>
            </a:pPr>
            <a:r>
              <a:rPr lang="en-US" sz="1000" b="1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Compliance Results</a:t>
            </a:r>
            <a:endParaRPr lang="en-US" sz="1000"/>
          </a:p>
        </p:txBody>
      </p:sp>
      <p:pic>
        <p:nvPicPr>
          <p:cNvPr id="153" name="Image 68" descr="preencoded.png"/>
          <p:cNvPicPr>
            <a:picLocks noChangeAspect="1"/>
          </p:cNvPicPr>
          <p:nvPr/>
        </p:nvPicPr>
        <p:blipFill>
          <a:blip r:embed="rId69"/>
          <a:stretch>
            <a:fillRect/>
          </a:stretch>
        </p:blipFill>
        <p:spPr>
          <a:xfrm>
            <a:off x="5999304" y="3771156"/>
            <a:ext cx="200831" cy="178516"/>
          </a:xfrm>
          <a:prstGeom prst="rect">
            <a:avLst/>
          </a:prstGeom>
        </p:spPr>
      </p:pic>
      <p:sp>
        <p:nvSpPr>
          <p:cNvPr id="154" name="Shape 83"/>
          <p:cNvSpPr/>
          <p:nvPr/>
        </p:nvSpPr>
        <p:spPr>
          <a:xfrm>
            <a:off x="5032340" y="840514"/>
            <a:ext cx="2157072" cy="669436"/>
          </a:xfrm>
          <a:prstGeom prst="roundRect">
            <a:avLst>
              <a:gd name="adj" fmla="val 2778"/>
            </a:avLst>
          </a:prstGeom>
          <a:solidFill>
            <a:srgbClr val="C4FCE3"/>
          </a:solidFill>
          <a:ln w="9525">
            <a:solidFill>
              <a:srgbClr val="A6DF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5" name="Text 84"/>
          <p:cNvSpPr/>
          <p:nvPr/>
        </p:nvSpPr>
        <p:spPr>
          <a:xfrm>
            <a:off x="5582765" y="1309120"/>
            <a:ext cx="1301681" cy="1338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256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511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767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5023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1279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7535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3791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0047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102"/>
              </a:lnSpc>
              <a:buNone/>
            </a:pPr>
            <a:r>
              <a:rPr lang="en-US" sz="1100" i="1">
                <a:solidFill>
                  <a:srgbClr val="5F8F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(Application Layer)</a:t>
            </a:r>
            <a:endParaRPr lang="en-US" sz="1100" i="1"/>
          </a:p>
        </p:txBody>
      </p:sp>
      <p:sp>
        <p:nvSpPr>
          <p:cNvPr id="156" name="Text 85"/>
          <p:cNvSpPr/>
          <p:nvPr/>
        </p:nvSpPr>
        <p:spPr>
          <a:xfrm>
            <a:off x="5288281" y="900020"/>
            <a:ext cx="1536662" cy="40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256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511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767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5023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1279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7535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3791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0047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424"/>
              </a:lnSpc>
              <a:buNone/>
            </a:pPr>
            <a:r>
              <a:rPr lang="en-US" sz="1800" b="1">
                <a:solidFill>
                  <a:srgbClr val="3C73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Zone 3</a:t>
            </a:r>
            <a:endParaRPr lang="en-US" sz="1800"/>
          </a:p>
          <a:p>
            <a:pPr marL="0" indent="0" algn="ctr">
              <a:lnSpc>
                <a:spcPts val="1424"/>
              </a:lnSpc>
              <a:buNone/>
            </a:pPr>
            <a:r>
              <a:rPr lang="en-US" sz="1300" b="1">
                <a:solidFill>
                  <a:srgbClr val="3C73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Compliance Engine</a:t>
            </a:r>
            <a:endParaRPr lang="en-US" sz="1300"/>
          </a:p>
        </p:txBody>
      </p:sp>
      <p:sp>
        <p:nvSpPr>
          <p:cNvPr id="157" name="Shape 86"/>
          <p:cNvSpPr/>
          <p:nvPr/>
        </p:nvSpPr>
        <p:spPr>
          <a:xfrm>
            <a:off x="7271232" y="840515"/>
            <a:ext cx="2052937" cy="4321581"/>
          </a:xfrm>
          <a:prstGeom prst="roundRect">
            <a:avLst>
              <a:gd name="adj" fmla="val 6793"/>
            </a:avLst>
          </a:prstGeom>
          <a:solidFill>
            <a:srgbClr val="FCF3E4"/>
          </a:solidFill>
          <a:ln w="9525">
            <a:solidFill>
              <a:srgbClr val="F9F4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8" name="Shape 87"/>
          <p:cNvSpPr/>
          <p:nvPr/>
        </p:nvSpPr>
        <p:spPr>
          <a:xfrm>
            <a:off x="7367929" y="1591770"/>
            <a:ext cx="1866983" cy="1115727"/>
          </a:xfrm>
          <a:prstGeom prst="roundRect">
            <a:avLst>
              <a:gd name="adj" fmla="val 4667"/>
            </a:avLst>
          </a:prstGeom>
          <a:solidFill>
            <a:srgbClr val="FCF4E7"/>
          </a:solidFill>
          <a:ln w="9525">
            <a:solidFill>
              <a:srgbClr val="F1D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9" name="Image 69" descr="preencoded.png"/>
          <p:cNvPicPr>
            <a:picLocks noChangeAspect="1"/>
          </p:cNvPicPr>
          <p:nvPr/>
        </p:nvPicPr>
        <p:blipFill>
          <a:blip r:embed="rId70"/>
          <a:stretch>
            <a:fillRect/>
          </a:stretch>
        </p:blipFill>
        <p:spPr>
          <a:xfrm>
            <a:off x="7817938" y="2472792"/>
            <a:ext cx="52067" cy="52067"/>
          </a:xfrm>
          <a:prstGeom prst="rect">
            <a:avLst/>
          </a:prstGeom>
        </p:spPr>
      </p:pic>
      <p:pic>
        <p:nvPicPr>
          <p:cNvPr id="160" name="Image 70" descr="preencoded.png"/>
          <p:cNvPicPr>
            <a:picLocks noChangeAspect="1"/>
          </p:cNvPicPr>
          <p:nvPr/>
        </p:nvPicPr>
        <p:blipFill>
          <a:blip r:embed="rId71"/>
          <a:stretch>
            <a:fillRect/>
          </a:stretch>
        </p:blipFill>
        <p:spPr>
          <a:xfrm>
            <a:off x="7821658" y="1942092"/>
            <a:ext cx="52067" cy="52067"/>
          </a:xfrm>
          <a:prstGeom prst="rect">
            <a:avLst/>
          </a:prstGeom>
        </p:spPr>
      </p:pic>
      <p:pic>
        <p:nvPicPr>
          <p:cNvPr id="161" name="Image 71" descr="preencoded.png"/>
          <p:cNvPicPr>
            <a:picLocks noChangeAspect="1"/>
          </p:cNvPicPr>
          <p:nvPr/>
        </p:nvPicPr>
        <p:blipFill>
          <a:blip r:embed="rId72"/>
          <a:stretch>
            <a:fillRect/>
          </a:stretch>
        </p:blipFill>
        <p:spPr>
          <a:xfrm>
            <a:off x="7464625" y="1710781"/>
            <a:ext cx="304965" cy="312403"/>
          </a:xfrm>
          <a:prstGeom prst="rect">
            <a:avLst/>
          </a:prstGeom>
        </p:spPr>
      </p:pic>
      <p:sp>
        <p:nvSpPr>
          <p:cNvPr id="162" name="Text 88"/>
          <p:cNvSpPr/>
          <p:nvPr/>
        </p:nvSpPr>
        <p:spPr>
          <a:xfrm>
            <a:off x="7933230" y="1825752"/>
            <a:ext cx="1390940" cy="878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256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511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767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5023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1279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7535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3791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0047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884"/>
              </a:lnSpc>
              <a:buNone/>
            </a:pPr>
            <a:r>
              <a:rPr lang="en-US" sz="800">
                <a:solidFill>
                  <a:srgbClr val="011D59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Vendor-exact remediation</a:t>
            </a:r>
            <a:endParaRPr lang="en-US" sz="800">
              <a:solidFill>
                <a:srgbClr val="011D59"/>
              </a:solidFill>
              <a:latin typeface="Aptos" panose="020B0004020202020204" pitchFamily="34" charset="0"/>
            </a:endParaRPr>
          </a:p>
          <a:p>
            <a:pPr marL="0" indent="0" algn="l">
              <a:lnSpc>
                <a:spcPts val="884"/>
              </a:lnSpc>
              <a:buNone/>
            </a:pPr>
            <a:r>
              <a:rPr lang="en-US" sz="800">
                <a:solidFill>
                  <a:srgbClr val="011D59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via Jinja2 templates</a:t>
            </a:r>
            <a:endParaRPr lang="en-US" sz="800">
              <a:solidFill>
                <a:srgbClr val="011D59"/>
              </a:solidFill>
              <a:latin typeface="Aptos" panose="020B0004020202020204" pitchFamily="34" charset="0"/>
            </a:endParaRPr>
          </a:p>
          <a:p>
            <a:pPr marL="0" indent="0" algn="l">
              <a:lnSpc>
                <a:spcPts val="884"/>
              </a:lnSpc>
              <a:buNone/>
            </a:pPr>
            <a:r>
              <a:rPr lang="en-US" sz="800">
                <a:solidFill>
                  <a:srgbClr val="011D59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(suggested, never auto-run)</a:t>
            </a:r>
            <a:endParaRPr lang="en-US" sz="800">
              <a:solidFill>
                <a:srgbClr val="011D59"/>
              </a:solidFill>
              <a:latin typeface="Aptos" panose="020B0004020202020204" pitchFamily="34" charset="0"/>
            </a:endParaRPr>
          </a:p>
          <a:p>
            <a:pPr marL="0" indent="0" algn="l">
              <a:lnSpc>
                <a:spcPts val="884"/>
              </a:lnSpc>
              <a:buNone/>
            </a:pPr>
            <a:r>
              <a:rPr lang="en-US" sz="800">
                <a:solidFill>
                  <a:srgbClr val="011D59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Plain-language Al</a:t>
            </a:r>
          </a:p>
          <a:p>
            <a:pPr marL="0" indent="0" algn="l">
              <a:lnSpc>
                <a:spcPts val="884"/>
              </a:lnSpc>
              <a:buNone/>
            </a:pPr>
            <a:endParaRPr lang="en-US" sz="800">
              <a:solidFill>
                <a:srgbClr val="011D59"/>
              </a:solidFill>
              <a:latin typeface="Aptos" panose="020B0004020202020204" pitchFamily="34" charset="0"/>
              <a:ea typeface="Aptos" pitchFamily="34" charset="-122"/>
              <a:cs typeface="Aptos" pitchFamily="34" charset="-120"/>
            </a:endParaRPr>
          </a:p>
          <a:p>
            <a:pPr marL="0" indent="0" algn="l">
              <a:lnSpc>
                <a:spcPts val="884"/>
              </a:lnSpc>
              <a:buNone/>
            </a:pPr>
            <a:r>
              <a:rPr lang="en-US" sz="800">
                <a:solidFill>
                  <a:srgbClr val="011D59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 explanation</a:t>
            </a:r>
            <a:endParaRPr lang="en-US" sz="800">
              <a:solidFill>
                <a:srgbClr val="011D59"/>
              </a:solidFill>
              <a:latin typeface="Aptos" panose="020B0004020202020204" pitchFamily="34" charset="0"/>
            </a:endParaRPr>
          </a:p>
          <a:p>
            <a:pPr marL="0" indent="0" algn="l">
              <a:lnSpc>
                <a:spcPts val="884"/>
              </a:lnSpc>
              <a:buNone/>
            </a:pPr>
            <a:r>
              <a:rPr lang="en-US" sz="800">
                <a:solidFill>
                  <a:srgbClr val="011D59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of each remediation</a:t>
            </a:r>
            <a:endParaRPr lang="en-US" sz="800">
              <a:solidFill>
                <a:srgbClr val="011D59"/>
              </a:solidFill>
              <a:latin typeface="Aptos" panose="020B0004020202020204" pitchFamily="34" charset="0"/>
            </a:endParaRPr>
          </a:p>
        </p:txBody>
      </p:sp>
      <p:sp>
        <p:nvSpPr>
          <p:cNvPr id="163" name="Text 89"/>
          <p:cNvSpPr/>
          <p:nvPr/>
        </p:nvSpPr>
        <p:spPr>
          <a:xfrm>
            <a:off x="7822925" y="1695904"/>
            <a:ext cx="1420692" cy="112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256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511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767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5023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1279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7535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3791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0047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700"/>
              </a:lnSpc>
              <a:buNone/>
            </a:pPr>
            <a:r>
              <a:rPr lang="en-US" sz="1000" b="1">
                <a:solidFill>
                  <a:srgbClr val="6769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Remediation Generation</a:t>
            </a:r>
            <a:endParaRPr lang="en-US" sz="1000"/>
          </a:p>
        </p:txBody>
      </p:sp>
      <p:sp>
        <p:nvSpPr>
          <p:cNvPr id="164" name="Shape 90"/>
          <p:cNvSpPr/>
          <p:nvPr/>
        </p:nvSpPr>
        <p:spPr>
          <a:xfrm>
            <a:off x="7367929" y="3741404"/>
            <a:ext cx="1866983" cy="1152918"/>
          </a:xfrm>
          <a:prstGeom prst="roundRect">
            <a:avLst>
              <a:gd name="adj" fmla="val 4516"/>
            </a:avLst>
          </a:prstGeom>
          <a:solidFill>
            <a:srgbClr val="FCF2E3"/>
          </a:solidFill>
          <a:ln w="9525">
            <a:solidFill>
              <a:srgbClr val="F5DD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5" name="Image 72" descr="preencoded.png"/>
          <p:cNvPicPr>
            <a:picLocks noChangeAspect="1"/>
          </p:cNvPicPr>
          <p:nvPr/>
        </p:nvPicPr>
        <p:blipFill>
          <a:blip r:embed="rId73"/>
          <a:stretch>
            <a:fillRect/>
          </a:stretch>
        </p:blipFill>
        <p:spPr>
          <a:xfrm>
            <a:off x="7888601" y="4587362"/>
            <a:ext cx="52067" cy="52067"/>
          </a:xfrm>
          <a:prstGeom prst="rect">
            <a:avLst/>
          </a:prstGeom>
        </p:spPr>
      </p:pic>
      <p:pic>
        <p:nvPicPr>
          <p:cNvPr id="166" name="Image 73" descr="preencoded.png"/>
          <p:cNvPicPr>
            <a:picLocks noChangeAspect="1"/>
          </p:cNvPicPr>
          <p:nvPr/>
        </p:nvPicPr>
        <p:blipFill>
          <a:blip r:embed="rId74"/>
          <a:stretch>
            <a:fillRect/>
          </a:stretch>
        </p:blipFill>
        <p:spPr>
          <a:xfrm>
            <a:off x="7888601" y="4120751"/>
            <a:ext cx="52067" cy="52067"/>
          </a:xfrm>
          <a:prstGeom prst="rect">
            <a:avLst/>
          </a:prstGeom>
        </p:spPr>
      </p:pic>
      <p:pic>
        <p:nvPicPr>
          <p:cNvPr id="167" name="Image 74" descr="preencoded.png"/>
          <p:cNvPicPr>
            <a:picLocks noChangeAspect="1"/>
          </p:cNvPicPr>
          <p:nvPr/>
        </p:nvPicPr>
        <p:blipFill>
          <a:blip r:embed="rId75"/>
          <a:stretch>
            <a:fillRect/>
          </a:stretch>
        </p:blipFill>
        <p:spPr>
          <a:xfrm>
            <a:off x="7486940" y="3867853"/>
            <a:ext cx="290089" cy="364471"/>
          </a:xfrm>
          <a:prstGeom prst="rect">
            <a:avLst/>
          </a:prstGeom>
        </p:spPr>
      </p:pic>
      <p:sp>
        <p:nvSpPr>
          <p:cNvPr id="168" name="Text 91"/>
          <p:cNvSpPr/>
          <p:nvPr/>
        </p:nvSpPr>
        <p:spPr>
          <a:xfrm>
            <a:off x="8007612" y="4046369"/>
            <a:ext cx="1279367" cy="7661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256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511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767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5023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1279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7535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3791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0047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964"/>
              </a:lnSpc>
              <a:buNone/>
            </a:pPr>
            <a:r>
              <a:rPr lang="en-US" sz="800">
                <a:solidFill>
                  <a:srgbClr val="011D59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Hash-chained audit log</a:t>
            </a:r>
            <a:endParaRPr lang="en-US" sz="800">
              <a:solidFill>
                <a:srgbClr val="011D59"/>
              </a:solidFill>
              <a:latin typeface="Aptos" panose="020B0004020202020204" pitchFamily="34" charset="0"/>
            </a:endParaRPr>
          </a:p>
          <a:p>
            <a:pPr marL="0" indent="0" algn="l">
              <a:lnSpc>
                <a:spcPts val="964"/>
              </a:lnSpc>
              <a:buNone/>
            </a:pPr>
            <a:r>
              <a:rPr lang="en-US" sz="800">
                <a:solidFill>
                  <a:srgbClr val="011D59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(SHA-256)independently</a:t>
            </a:r>
            <a:endParaRPr lang="en-US" sz="800">
              <a:solidFill>
                <a:srgbClr val="011D59"/>
              </a:solidFill>
              <a:latin typeface="Aptos" panose="020B0004020202020204" pitchFamily="34" charset="0"/>
            </a:endParaRPr>
          </a:p>
          <a:p>
            <a:pPr marL="0" indent="0" algn="l">
              <a:lnSpc>
                <a:spcPts val="964"/>
              </a:lnSpc>
              <a:buNone/>
            </a:pPr>
            <a:r>
              <a:rPr lang="en-US" sz="800">
                <a:solidFill>
                  <a:srgbClr val="011D59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Verifiable</a:t>
            </a:r>
          </a:p>
          <a:p>
            <a:pPr marL="0" indent="0" algn="l">
              <a:lnSpc>
                <a:spcPts val="964"/>
              </a:lnSpc>
              <a:buNone/>
            </a:pPr>
            <a:endParaRPr lang="en-US" sz="800">
              <a:solidFill>
                <a:srgbClr val="011D59"/>
              </a:solidFill>
              <a:latin typeface="Aptos" panose="020B0004020202020204" pitchFamily="34" charset="0"/>
            </a:endParaRPr>
          </a:p>
          <a:p>
            <a:pPr marL="0" indent="0" algn="l">
              <a:lnSpc>
                <a:spcPts val="964"/>
              </a:lnSpc>
              <a:buNone/>
            </a:pPr>
            <a:r>
              <a:rPr lang="en-US" sz="800">
                <a:solidFill>
                  <a:srgbClr val="011D59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PDF report with embedded</a:t>
            </a:r>
            <a:endParaRPr lang="en-US" sz="800">
              <a:solidFill>
                <a:srgbClr val="011D59"/>
              </a:solidFill>
              <a:latin typeface="Aptos" panose="020B0004020202020204" pitchFamily="34" charset="0"/>
            </a:endParaRPr>
          </a:p>
          <a:p>
            <a:pPr marL="0" indent="0" algn="l">
              <a:lnSpc>
                <a:spcPts val="964"/>
              </a:lnSpc>
              <a:buNone/>
            </a:pPr>
            <a:r>
              <a:rPr lang="en-US" sz="800">
                <a:solidFill>
                  <a:srgbClr val="011D59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verification hash/QR code</a:t>
            </a:r>
            <a:endParaRPr lang="en-US" sz="800">
              <a:solidFill>
                <a:srgbClr val="011D59"/>
              </a:solidFill>
              <a:latin typeface="Aptos" panose="020B0004020202020204" pitchFamily="34" charset="0"/>
            </a:endParaRPr>
          </a:p>
        </p:txBody>
      </p:sp>
      <p:sp>
        <p:nvSpPr>
          <p:cNvPr id="169" name="Text 92"/>
          <p:cNvSpPr/>
          <p:nvPr/>
        </p:nvSpPr>
        <p:spPr>
          <a:xfrm>
            <a:off x="7888601" y="3852976"/>
            <a:ext cx="1294243" cy="124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256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511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767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5023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1279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7535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3791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0047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889"/>
              </a:lnSpc>
              <a:buNone/>
            </a:pPr>
            <a:r>
              <a:rPr lang="en-US" sz="1000" b="1">
                <a:solidFill>
                  <a:srgbClr val="6B6C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Logs &amp; Reports</a:t>
            </a:r>
            <a:endParaRPr lang="en-US" sz="1000"/>
          </a:p>
        </p:txBody>
      </p:sp>
      <p:sp>
        <p:nvSpPr>
          <p:cNvPr id="170" name="Shape 93"/>
          <p:cNvSpPr/>
          <p:nvPr/>
        </p:nvSpPr>
        <p:spPr>
          <a:xfrm>
            <a:off x="7367929" y="2833946"/>
            <a:ext cx="1866983" cy="781009"/>
          </a:xfrm>
          <a:prstGeom prst="roundRect">
            <a:avLst>
              <a:gd name="adj" fmla="val 6667"/>
            </a:avLst>
          </a:prstGeom>
          <a:solidFill>
            <a:srgbClr val="FCF3E4"/>
          </a:solidFill>
          <a:ln w="9525">
            <a:solidFill>
              <a:srgbClr val="F2D8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71" name="Image 75" descr="preencoded.png"/>
          <p:cNvPicPr>
            <a:picLocks noChangeAspect="1"/>
          </p:cNvPicPr>
          <p:nvPr/>
        </p:nvPicPr>
        <p:blipFill>
          <a:blip r:embed="rId76"/>
          <a:stretch>
            <a:fillRect/>
          </a:stretch>
        </p:blipFill>
        <p:spPr>
          <a:xfrm>
            <a:off x="7910916" y="3228170"/>
            <a:ext cx="52067" cy="52067"/>
          </a:xfrm>
          <a:prstGeom prst="rect">
            <a:avLst/>
          </a:prstGeom>
        </p:spPr>
      </p:pic>
      <p:pic>
        <p:nvPicPr>
          <p:cNvPr id="172" name="Image 76" descr="preencoded.png"/>
          <p:cNvPicPr>
            <a:picLocks noChangeAspect="1"/>
          </p:cNvPicPr>
          <p:nvPr/>
        </p:nvPicPr>
        <p:blipFill>
          <a:blip r:embed="rId77"/>
          <a:stretch>
            <a:fillRect/>
          </a:stretch>
        </p:blipFill>
        <p:spPr>
          <a:xfrm>
            <a:off x="7494378" y="2952957"/>
            <a:ext cx="304965" cy="364471"/>
          </a:xfrm>
          <a:prstGeom prst="rect">
            <a:avLst/>
          </a:prstGeom>
        </p:spPr>
      </p:pic>
      <p:sp>
        <p:nvSpPr>
          <p:cNvPr id="173" name="Text 94"/>
          <p:cNvSpPr/>
          <p:nvPr/>
        </p:nvSpPr>
        <p:spPr>
          <a:xfrm>
            <a:off x="8029926" y="3153788"/>
            <a:ext cx="1063661" cy="319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256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511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767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5023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1279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7535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3791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0047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80"/>
              </a:lnSpc>
              <a:buNone/>
            </a:pPr>
            <a:r>
              <a:rPr lang="en-US" sz="800">
                <a:solidFill>
                  <a:srgbClr val="011D59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Static analysis to flag</a:t>
            </a:r>
            <a:endParaRPr lang="en-US" sz="800">
              <a:solidFill>
                <a:srgbClr val="011D59"/>
              </a:solidFill>
              <a:latin typeface="Aptos" panose="020B0004020202020204" pitchFamily="34" charset="0"/>
            </a:endParaRPr>
          </a:p>
          <a:p>
            <a:pPr marL="0" indent="0" algn="l">
              <a:lnSpc>
                <a:spcPts val="1080"/>
              </a:lnSpc>
              <a:buNone/>
            </a:pPr>
            <a:r>
              <a:rPr lang="en-US" sz="800">
                <a:solidFill>
                  <a:srgbClr val="011D59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potential rule conflicts</a:t>
            </a:r>
            <a:endParaRPr lang="en-US" sz="800">
              <a:solidFill>
                <a:srgbClr val="011D59"/>
              </a:solidFill>
              <a:latin typeface="Aptos" panose="020B0004020202020204" pitchFamily="34" charset="0"/>
            </a:endParaRPr>
          </a:p>
        </p:txBody>
      </p:sp>
      <p:sp>
        <p:nvSpPr>
          <p:cNvPr id="174" name="Text 95"/>
          <p:cNvSpPr/>
          <p:nvPr/>
        </p:nvSpPr>
        <p:spPr>
          <a:xfrm>
            <a:off x="7910916" y="2952956"/>
            <a:ext cx="1182671" cy="119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256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511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767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5023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1279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7535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3791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0047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740"/>
              </a:lnSpc>
              <a:buNone/>
            </a:pPr>
            <a:r>
              <a:rPr lang="en-US" sz="1000" b="1">
                <a:solidFill>
                  <a:srgbClr val="6E6F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Conflict Check</a:t>
            </a:r>
            <a:endParaRPr lang="en-US" sz="1000"/>
          </a:p>
        </p:txBody>
      </p:sp>
      <p:pic>
        <p:nvPicPr>
          <p:cNvPr id="175" name="Image 77" descr="preencoded.png"/>
          <p:cNvPicPr>
            <a:picLocks noChangeAspect="1"/>
          </p:cNvPicPr>
          <p:nvPr/>
        </p:nvPicPr>
        <p:blipFill>
          <a:blip r:embed="rId78"/>
          <a:stretch>
            <a:fillRect/>
          </a:stretch>
        </p:blipFill>
        <p:spPr>
          <a:xfrm>
            <a:off x="8260510" y="3607516"/>
            <a:ext cx="141325" cy="148764"/>
          </a:xfrm>
          <a:prstGeom prst="rect">
            <a:avLst/>
          </a:prstGeom>
        </p:spPr>
      </p:pic>
      <p:pic>
        <p:nvPicPr>
          <p:cNvPr id="176" name="Image 78" descr="preencoded.png"/>
          <p:cNvPicPr>
            <a:picLocks noChangeAspect="1"/>
          </p:cNvPicPr>
          <p:nvPr/>
        </p:nvPicPr>
        <p:blipFill>
          <a:blip r:embed="rId79"/>
          <a:stretch>
            <a:fillRect/>
          </a:stretch>
        </p:blipFill>
        <p:spPr>
          <a:xfrm>
            <a:off x="8253072" y="2700058"/>
            <a:ext cx="141325" cy="148764"/>
          </a:xfrm>
          <a:prstGeom prst="rect">
            <a:avLst/>
          </a:prstGeom>
        </p:spPr>
      </p:pic>
      <p:sp>
        <p:nvSpPr>
          <p:cNvPr id="177" name="Shape 96"/>
          <p:cNvSpPr/>
          <p:nvPr/>
        </p:nvSpPr>
        <p:spPr>
          <a:xfrm>
            <a:off x="7278670" y="840514"/>
            <a:ext cx="2038061" cy="684312"/>
          </a:xfrm>
          <a:prstGeom prst="roundRect">
            <a:avLst>
              <a:gd name="adj" fmla="val 2446"/>
            </a:avLst>
          </a:prstGeom>
          <a:solidFill>
            <a:srgbClr val="FCE0BD"/>
          </a:solidFill>
          <a:ln w="9525">
            <a:solidFill>
              <a:srgbClr val="F4D2A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8" name="Text 97"/>
          <p:cNvSpPr/>
          <p:nvPr/>
        </p:nvSpPr>
        <p:spPr>
          <a:xfrm>
            <a:off x="7261860" y="1115727"/>
            <a:ext cx="2032557" cy="349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256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511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767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5023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1279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7535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3791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0047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308"/>
              </a:lnSpc>
              <a:buNone/>
            </a:pPr>
            <a:r>
              <a:rPr lang="en-US" sz="1300" b="1">
                <a:solidFill>
                  <a:srgbClr val="5F5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Remediation &amp; Reporting</a:t>
            </a:r>
            <a:r>
              <a:rPr lang="en-US" sz="1036" b="1">
                <a:solidFill>
                  <a:srgbClr val="5F5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r>
              <a:rPr lang="en-US" sz="1100" i="1">
                <a:solidFill>
                  <a:srgbClr val="7D78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(Output Layer)</a:t>
            </a:r>
            <a:endParaRPr lang="en-US" sz="1100" i="1"/>
          </a:p>
        </p:txBody>
      </p:sp>
      <p:sp>
        <p:nvSpPr>
          <p:cNvPr id="179" name="Text 98"/>
          <p:cNvSpPr/>
          <p:nvPr/>
        </p:nvSpPr>
        <p:spPr>
          <a:xfrm>
            <a:off x="8052240" y="922334"/>
            <a:ext cx="1007939" cy="182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256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511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767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5023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1279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7535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3791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0047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916"/>
              </a:lnSpc>
              <a:buNone/>
            </a:pPr>
            <a:r>
              <a:rPr lang="en-US" sz="1800" b="1">
                <a:solidFill>
                  <a:srgbClr val="C951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Zone 4</a:t>
            </a:r>
            <a:endParaRPr lang="en-US" sz="1800"/>
          </a:p>
        </p:txBody>
      </p:sp>
      <p:pic>
        <p:nvPicPr>
          <p:cNvPr id="180" name="Image 79" descr="preencoded.png"/>
          <p:cNvPicPr>
            <a:picLocks noChangeAspect="1"/>
          </p:cNvPicPr>
          <p:nvPr/>
        </p:nvPicPr>
        <p:blipFill>
          <a:blip r:embed="rId80"/>
          <a:stretch>
            <a:fillRect/>
          </a:stretch>
        </p:blipFill>
        <p:spPr>
          <a:xfrm>
            <a:off x="7077839" y="2856260"/>
            <a:ext cx="282651" cy="327280"/>
          </a:xfrm>
          <a:prstGeom prst="rect">
            <a:avLst/>
          </a:prstGeom>
        </p:spPr>
      </p:pic>
      <p:pic>
        <p:nvPicPr>
          <p:cNvPr id="181" name="Image 80" descr="preencoded.png"/>
          <p:cNvPicPr>
            <a:picLocks noChangeAspect="1"/>
          </p:cNvPicPr>
          <p:nvPr/>
        </p:nvPicPr>
        <p:blipFill>
          <a:blip r:embed="rId81"/>
          <a:stretch>
            <a:fillRect/>
          </a:stretch>
        </p:blipFill>
        <p:spPr>
          <a:xfrm>
            <a:off x="4846386" y="2856260"/>
            <a:ext cx="282651" cy="282651"/>
          </a:xfrm>
          <a:prstGeom prst="rect">
            <a:avLst/>
          </a:prstGeom>
        </p:spPr>
      </p:pic>
      <p:pic>
        <p:nvPicPr>
          <p:cNvPr id="182" name="Image 81" descr="preencoded.png"/>
          <p:cNvPicPr>
            <a:picLocks noChangeAspect="1"/>
          </p:cNvPicPr>
          <p:nvPr/>
        </p:nvPicPr>
        <p:blipFill>
          <a:blip r:embed="rId82"/>
          <a:stretch>
            <a:fillRect/>
          </a:stretch>
        </p:blipFill>
        <p:spPr>
          <a:xfrm>
            <a:off x="2436417" y="2856260"/>
            <a:ext cx="290089" cy="282651"/>
          </a:xfrm>
          <a:prstGeom prst="rect">
            <a:avLst/>
          </a:prstGeom>
        </p:spPr>
      </p:pic>
      <p:sp>
        <p:nvSpPr>
          <p:cNvPr id="203" name="Text 111"/>
          <p:cNvSpPr/>
          <p:nvPr/>
        </p:nvSpPr>
        <p:spPr>
          <a:xfrm>
            <a:off x="4853824" y="3213293"/>
            <a:ext cx="510656" cy="275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256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511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767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5023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1279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7535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3791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0047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795"/>
              </a:lnSpc>
              <a:buNone/>
            </a:pPr>
            <a:r>
              <a:rPr lang="en-US" sz="800">
                <a:solidFill>
                  <a:srgbClr val="8185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Normalized</a:t>
            </a:r>
            <a:endParaRPr lang="en-US" sz="800"/>
          </a:p>
          <a:p>
            <a:pPr marL="0" indent="0" algn="ctr">
              <a:lnSpc>
                <a:spcPts val="795"/>
              </a:lnSpc>
              <a:buNone/>
            </a:pPr>
            <a:r>
              <a:rPr lang="en-US" sz="800">
                <a:solidFill>
                  <a:srgbClr val="8185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CSM Data</a:t>
            </a:r>
            <a:endParaRPr lang="en-US" sz="800"/>
          </a:p>
        </p:txBody>
      </p:sp>
      <p:sp>
        <p:nvSpPr>
          <p:cNvPr id="204" name="Text 112"/>
          <p:cNvSpPr/>
          <p:nvPr/>
        </p:nvSpPr>
        <p:spPr>
          <a:xfrm>
            <a:off x="6988582" y="3190979"/>
            <a:ext cx="409100" cy="3124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256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511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767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5023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1279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7535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3791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0047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809"/>
              </a:lnSpc>
              <a:buNone/>
            </a:pPr>
            <a:r>
              <a:rPr lang="en-US" sz="800">
                <a:solidFill>
                  <a:srgbClr val="8E90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Results</a:t>
            </a:r>
            <a:endParaRPr lang="en-US" sz="800"/>
          </a:p>
          <a:p>
            <a:pPr marL="0" indent="0" algn="ctr">
              <a:lnSpc>
                <a:spcPts val="809"/>
              </a:lnSpc>
              <a:buNone/>
            </a:pPr>
            <a:r>
              <a:rPr lang="en-US" sz="800">
                <a:solidFill>
                  <a:srgbClr val="8E90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&amp; Findings</a:t>
            </a:r>
            <a:endParaRPr lang="en-US" sz="800"/>
          </a:p>
        </p:txBody>
      </p:sp>
      <p:sp>
        <p:nvSpPr>
          <p:cNvPr id="205" name="Text 113"/>
          <p:cNvSpPr/>
          <p:nvPr/>
        </p:nvSpPr>
        <p:spPr>
          <a:xfrm>
            <a:off x="2339721" y="3362057"/>
            <a:ext cx="379347" cy="1338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256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511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767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5023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1279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7535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3791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0047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737"/>
              </a:lnSpc>
              <a:buNone/>
            </a:pPr>
            <a:endParaRPr lang="en-US" sz="668"/>
          </a:p>
        </p:txBody>
      </p:sp>
      <p:sp>
        <p:nvSpPr>
          <p:cNvPr id="206" name="Text 114"/>
          <p:cNvSpPr/>
          <p:nvPr/>
        </p:nvSpPr>
        <p:spPr>
          <a:xfrm>
            <a:off x="2316898" y="3185609"/>
            <a:ext cx="548248" cy="32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2560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511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7679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5023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1279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75358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3791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00477" algn="l" defTabSz="725119" rtl="0" eaLnBrk="1" latinLnBrk="0" hangingPunct="1">
              <a:defRPr sz="142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698"/>
              </a:lnSpc>
            </a:pPr>
            <a:r>
              <a:rPr lang="en-US" sz="800">
                <a:solidFill>
                  <a:schemeClr val="bg1">
                    <a:lumMod val="50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Parsed</a:t>
            </a:r>
          </a:p>
          <a:p>
            <a:pPr algn="ctr">
              <a:lnSpc>
                <a:spcPts val="698"/>
              </a:lnSpc>
            </a:pPr>
            <a:r>
              <a:rPr lang="en-US" sz="800">
                <a:solidFill>
                  <a:schemeClr val="bg1">
                    <a:lumMod val="50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Configured</a:t>
            </a:r>
          </a:p>
          <a:p>
            <a:pPr algn="ctr">
              <a:lnSpc>
                <a:spcPts val="698"/>
              </a:lnSpc>
            </a:pPr>
            <a:r>
              <a:rPr lang="en-US" sz="800">
                <a:solidFill>
                  <a:schemeClr val="bg1">
                    <a:lumMod val="50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</a:t>
            </a:r>
            <a:endParaRPr lang="en-US" sz="800">
              <a:solidFill>
                <a:schemeClr val="bg1">
                  <a:lumMod val="50000"/>
                </a:schemeClr>
              </a:solidFill>
            </a:endParaRPr>
          </a:p>
          <a:p>
            <a:pPr>
              <a:lnSpc>
                <a:spcPts val="698"/>
              </a:lnSpc>
            </a:pPr>
            <a:endParaRPr lang="en-US" sz="600">
              <a:solidFill>
                <a:schemeClr val="bg1">
                  <a:lumMod val="50000"/>
                </a:schemeClr>
              </a:solidFill>
            </a:endParaRPr>
          </a:p>
          <a:p>
            <a:pPr marL="0" indent="0" algn="l">
              <a:lnSpc>
                <a:spcPts val="698"/>
              </a:lnSpc>
              <a:buNone/>
            </a:pPr>
            <a:endParaRPr lang="en-US" sz="664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8" name="Oval 207" descr="Your startup LOGO">
            <a:extLst>
              <a:ext uri="{FF2B5EF4-FFF2-40B4-BE49-F238E27FC236}">
                <a16:creationId xmlns:a16="http://schemas.microsoft.com/office/drawing/2014/main" id="{B6AF4439-65A8-26AC-9325-61540ED0C55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5499" y="45782"/>
            <a:ext cx="1251857" cy="807334"/>
          </a:xfrm>
          <a:prstGeom prst="ellipse">
            <a:avLst/>
          </a:prstGeom>
          <a:effectLst>
            <a:outerShdw blurRad="63500" dist="38100" dir="2700000">
              <a:srgbClr val="000000">
                <a:alpha val="40000"/>
              </a:srgbClr>
            </a:outerShd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endParaRPr lang="en-US">
              <a:ea typeface="Calibri"/>
              <a:cs typeface="Calibri"/>
            </a:endParaRPr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F016248E-330F-FA3E-7CD0-ABCC45B3B5EE}"/>
              </a:ext>
            </a:extLst>
          </p:cNvPr>
          <p:cNvSpPr txBox="1"/>
          <p:nvPr/>
        </p:nvSpPr>
        <p:spPr>
          <a:xfrm>
            <a:off x="2976880" y="127000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>
                <a:solidFill>
                  <a:srgbClr val="000000"/>
                </a:solidFill>
                <a:latin typeface="Times New Roman"/>
                <a:ea typeface="ＭＳ Ｐゴシック"/>
              </a:rPr>
              <a:t>TECHNICAL APPROACH</a:t>
            </a:r>
            <a:endParaRPr lang="en-US"/>
          </a:p>
        </p:txBody>
      </p:sp>
      <p:pic>
        <p:nvPicPr>
          <p:cNvPr id="213" name="Picture 212">
            <a:extLst>
              <a:ext uri="{FF2B5EF4-FFF2-40B4-BE49-F238E27FC236}">
                <a16:creationId xmlns:a16="http://schemas.microsoft.com/office/drawing/2014/main" id="{F596990C-29D9-BE86-B2C3-F2976A2F814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8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9926" y="11660"/>
            <a:ext cx="2087290" cy="950577"/>
          </a:xfrm>
          <a:prstGeom prst="rect">
            <a:avLst/>
          </a:prstGeom>
        </p:spPr>
      </p:pic>
      <p:pic>
        <p:nvPicPr>
          <p:cNvPr id="215" name="Picture 214">
            <a:extLst>
              <a:ext uri="{FF2B5EF4-FFF2-40B4-BE49-F238E27FC236}">
                <a16:creationId xmlns:a16="http://schemas.microsoft.com/office/drawing/2014/main" id="{F5E538C9-221A-ED6F-086C-34C332566993}"/>
              </a:ext>
            </a:extLst>
          </p:cNvPr>
          <p:cNvPicPr>
            <a:picLocks noChangeAspect="1"/>
          </p:cNvPicPr>
          <p:nvPr/>
        </p:nvPicPr>
        <p:blipFill>
          <a:blip r:embed="rId84"/>
          <a:srcRect/>
          <a:stretch>
            <a:fillRect/>
          </a:stretch>
        </p:blipFill>
        <p:spPr>
          <a:xfrm>
            <a:off x="426720" y="11084"/>
            <a:ext cx="982980" cy="953192"/>
          </a:xfrm>
          <a:prstGeom prst="rect">
            <a:avLst/>
          </a:prstGeom>
        </p:spPr>
      </p:pic>
      <p:pic>
        <p:nvPicPr>
          <p:cNvPr id="216" name="Image 1" descr="preencoded.png">
            <a:extLst>
              <a:ext uri="{FF2B5EF4-FFF2-40B4-BE49-F238E27FC236}">
                <a16:creationId xmlns:a16="http://schemas.microsoft.com/office/drawing/2014/main" id="{7FEAB56B-392C-604A-0A05-47582CF3BBBA}"/>
              </a:ext>
            </a:extLst>
          </p:cNvPr>
          <p:cNvPicPr/>
          <p:nvPr/>
        </p:nvPicPr>
        <p:blipFill>
          <a:blip r:embed="rId85"/>
          <a:stretch>
            <a:fillRect/>
          </a:stretch>
        </p:blipFill>
        <p:spPr>
          <a:xfrm>
            <a:off x="3239" y="6355130"/>
            <a:ext cx="12185522" cy="502871"/>
          </a:xfrm>
          <a:prstGeom prst="rect">
            <a:avLst/>
          </a:prstGeom>
        </p:spPr>
      </p:pic>
      <p:sp>
        <p:nvSpPr>
          <p:cNvPr id="218" name="Text 1">
            <a:extLst>
              <a:ext uri="{FF2B5EF4-FFF2-40B4-BE49-F238E27FC236}">
                <a16:creationId xmlns:a16="http://schemas.microsoft.com/office/drawing/2014/main" id="{21E78D73-4183-02A6-BAE7-3796BFE2EF76}"/>
              </a:ext>
            </a:extLst>
          </p:cNvPr>
          <p:cNvSpPr/>
          <p:nvPr/>
        </p:nvSpPr>
        <p:spPr>
          <a:xfrm>
            <a:off x="11702790" y="6441462"/>
            <a:ext cx="54870" cy="453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941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9882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9823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9976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4970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99645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49586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99527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918"/>
              </a:lnSpc>
              <a:buNone/>
            </a:pPr>
            <a:r>
              <a:rPr lang="en-US" sz="1400">
                <a:solidFill>
                  <a:srgbClr val="A6CEEF"/>
                </a:solidFill>
                <a:latin typeface="Aptos"/>
              </a:rPr>
              <a:t>3</a:t>
            </a:r>
          </a:p>
        </p:txBody>
      </p:sp>
      <p:sp>
        <p:nvSpPr>
          <p:cNvPr id="220" name="Text 2">
            <a:extLst>
              <a:ext uri="{FF2B5EF4-FFF2-40B4-BE49-F238E27FC236}">
                <a16:creationId xmlns:a16="http://schemas.microsoft.com/office/drawing/2014/main" id="{75A392CD-5FF2-2E7D-7123-99D401750AF4}"/>
              </a:ext>
            </a:extLst>
          </p:cNvPr>
          <p:cNvSpPr/>
          <p:nvPr/>
        </p:nvSpPr>
        <p:spPr>
          <a:xfrm>
            <a:off x="5114160" y="6523283"/>
            <a:ext cx="2983537" cy="233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941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9882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9823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9976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4970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99645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49586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99527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148"/>
              </a:lnSpc>
              <a:buNone/>
            </a:pPr>
            <a:r>
              <a:rPr lang="en-US" sz="1400">
                <a:solidFill>
                  <a:schemeClr val="bg1"/>
                </a:solidFill>
                <a:latin typeface="+mj-lt"/>
                <a:ea typeface="Aptos" pitchFamily="34" charset="-122"/>
                <a:cs typeface="Aptos" pitchFamily="34" charset="-120"/>
              </a:rPr>
              <a:t>@SIH Idea submission- NEXTGEN</a:t>
            </a:r>
            <a:endParaRPr lang="en-US" sz="140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835854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239" y="1"/>
            <a:ext cx="12185522" cy="685800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" y="0"/>
            <a:ext cx="12185522" cy="6369705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9" y="6355130"/>
            <a:ext cx="12185522" cy="502871"/>
          </a:xfrm>
          <a:prstGeom prst="rect">
            <a:avLst/>
          </a:prstGeom>
        </p:spPr>
      </p:pic>
      <p:sp>
        <p:nvSpPr>
          <p:cNvPr id="5" name="Text 1"/>
          <p:cNvSpPr>
            <a:spLocks/>
          </p:cNvSpPr>
          <p:nvPr/>
        </p:nvSpPr>
        <p:spPr>
          <a:xfrm>
            <a:off x="11649450" y="6624336"/>
            <a:ext cx="109320" cy="167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941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9882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9823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9976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4970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99645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49586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99527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918"/>
              </a:lnSpc>
              <a:buNone/>
            </a:pPr>
            <a:r>
              <a:rPr lang="en-US" sz="1400" dirty="0">
                <a:solidFill>
                  <a:srgbClr val="A6CE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400" dirty="0"/>
          </a:p>
        </p:txBody>
      </p:sp>
      <p:sp>
        <p:nvSpPr>
          <p:cNvPr id="6" name="Text 2"/>
          <p:cNvSpPr>
            <a:spLocks/>
          </p:cNvSpPr>
          <p:nvPr/>
        </p:nvSpPr>
        <p:spPr>
          <a:xfrm>
            <a:off x="5010088" y="6558746"/>
            <a:ext cx="2983537" cy="233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941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9882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9823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9976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4970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99645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49586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99527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148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+mj-lt"/>
                <a:ea typeface="Aptos" pitchFamily="34" charset="-122"/>
                <a:cs typeface="Aptos" pitchFamily="34" charset="-120"/>
              </a:rPr>
              <a:t>@SIH Idea submission- NEXTGEN</a:t>
            </a:r>
            <a:endParaRPr lang="en-US" sz="140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7" name="Image 2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9" y="5473282"/>
            <a:ext cx="12185522" cy="794391"/>
          </a:xfrm>
          <a:prstGeom prst="rect">
            <a:avLst/>
          </a:prstGeom>
        </p:spPr>
      </p:pic>
      <p:sp>
        <p:nvSpPr>
          <p:cNvPr id="8" name="Text 3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107268" y="5572442"/>
            <a:ext cx="1963126" cy="647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941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9882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9823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9976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4970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99645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49586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99527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274"/>
              </a:lnSpc>
              <a:buNone/>
            </a:pPr>
            <a:r>
              <a:rPr lang="en-US" sz="914" b="1">
                <a:solidFill>
                  <a:srgbClr val="6563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False Compliance</a:t>
            </a:r>
            <a:r>
              <a:rPr lang="en-US" sz="914"/>
              <a:t> </a:t>
            </a:r>
            <a:r>
              <a:rPr lang="en-US" sz="914" b="1">
                <a:solidFill>
                  <a:srgbClr val="6563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Mitigation: </a:t>
            </a:r>
            <a:endParaRPr lang="en-US" sz="914"/>
          </a:p>
          <a:p>
            <a:pPr marL="0" indent="0" algn="l">
              <a:lnSpc>
                <a:spcPts val="1274"/>
              </a:lnSpc>
              <a:buNone/>
            </a:pPr>
            <a:r>
              <a:rPr lang="en-US" sz="900" b="1">
                <a:solidFill>
                  <a:srgbClr val="9189A8"/>
                </a:solidFill>
                <a:latin typeface="Aptos"/>
                <a:ea typeface="Aptos" pitchFamily="34" charset="-122"/>
                <a:cs typeface="Aptos" pitchFamily="34" charset="-120"/>
              </a:rPr>
              <a:t>Deterministic rules + </a:t>
            </a:r>
            <a:r>
              <a:rPr lang="en-US" sz="900" b="1">
                <a:solidFill>
                  <a:srgbClr val="928AA7"/>
                </a:solidFill>
                <a:latin typeface="Aptos"/>
                <a:ea typeface="Aptos" pitchFamily="34" charset="-122"/>
                <a:cs typeface="Aptos" pitchFamily="34" charset="-120"/>
              </a:rPr>
              <a:t>auditable evidence (logs, hashes,</a:t>
            </a:r>
            <a:r>
              <a:rPr lang="en-US" sz="900">
                <a:latin typeface="Aptos"/>
              </a:rPr>
              <a:t>  </a:t>
            </a:r>
            <a:r>
              <a:rPr lang="en-US" sz="914" b="1">
                <a:solidFill>
                  <a:srgbClr val="928A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reports).</a:t>
            </a:r>
            <a:endParaRPr lang="en-US" sz="914"/>
          </a:p>
        </p:txBody>
      </p:sp>
      <p:pic>
        <p:nvPicPr>
          <p:cNvPr id="9" name="Image 3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48476" y="5619042"/>
            <a:ext cx="422704" cy="532023"/>
          </a:xfrm>
          <a:prstGeom prst="rect">
            <a:avLst/>
          </a:prstGeom>
        </p:spPr>
      </p:pic>
      <p:pic>
        <p:nvPicPr>
          <p:cNvPr id="10" name="Image 4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35092" y="5597178"/>
            <a:ext cx="14576" cy="568463"/>
          </a:xfrm>
          <a:prstGeom prst="rect">
            <a:avLst/>
          </a:prstGeom>
        </p:spPr>
      </p:pic>
      <p:sp>
        <p:nvSpPr>
          <p:cNvPr id="11" name="Text 4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94103" y="5570898"/>
            <a:ext cx="1736334" cy="661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941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9882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9823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9976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4970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99645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49586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99527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399"/>
              </a:lnSpc>
              <a:buNone/>
            </a:pPr>
            <a:r>
              <a:rPr lang="en-US" sz="900" b="1">
                <a:solidFill>
                  <a:srgbClr val="66638D"/>
                </a:solidFill>
                <a:latin typeface="Aptos"/>
                <a:ea typeface="Aptos" pitchFamily="34" charset="-122"/>
                <a:cs typeface="Aptos" pitchFamily="34" charset="-120"/>
              </a:rPr>
              <a:t>Bad Remediation/ Conflicts
Mitigation: </a:t>
            </a:r>
            <a:r>
              <a:rPr lang="en-US" sz="900" b="1">
                <a:solidFill>
                  <a:srgbClr val="938AA7"/>
                </a:solidFill>
                <a:latin typeface="Aptos"/>
                <a:ea typeface="Aptos" pitchFamily="34" charset="-122"/>
                <a:cs typeface="Aptos" pitchFamily="34" charset="-120"/>
              </a:rPr>
              <a:t>Static analysis +</a:t>
            </a:r>
            <a:r>
              <a:rPr lang="en-US" sz="900" b="1">
                <a:solidFill>
                  <a:srgbClr val="66638D"/>
                </a:solidFill>
                <a:latin typeface="Aptos"/>
                <a:ea typeface="Aptos" pitchFamily="34" charset="-122"/>
                <a:cs typeface="Aptos" pitchFamily="34" charset="-120"/>
              </a:rPr>
              <a:t>
</a:t>
            </a:r>
            <a:r>
              <a:rPr lang="en-US" sz="900" b="1">
                <a:solidFill>
                  <a:srgbClr val="9188A5"/>
                </a:solidFill>
                <a:latin typeface="Aptos"/>
                <a:ea typeface="Aptos" pitchFamily="34" charset="-122"/>
                <a:cs typeface="Aptos" pitchFamily="34" charset="-120"/>
              </a:rPr>
              <a:t>simulation to detect conflicts</a:t>
            </a:r>
            <a:endParaRPr lang="en-US" sz="900">
              <a:latin typeface="Aptos"/>
            </a:endParaRPr>
          </a:p>
          <a:p>
            <a:pPr marL="0" indent="0" algn="l">
              <a:lnSpc>
                <a:spcPts val="1399"/>
              </a:lnSpc>
              <a:buNone/>
            </a:pPr>
            <a:r>
              <a:rPr lang="en-US" sz="900" b="1">
                <a:solidFill>
                  <a:srgbClr val="9188A5"/>
                </a:solidFill>
                <a:latin typeface="Aptos"/>
                <a:ea typeface="Aptos" pitchFamily="34" charset="-122"/>
                <a:cs typeface="Aptos" pitchFamily="34" charset="-120"/>
              </a:rPr>
              <a:t>before recommendation.</a:t>
            </a:r>
            <a:endParaRPr lang="en-US" sz="900">
              <a:latin typeface="Aptos"/>
            </a:endParaRPr>
          </a:p>
        </p:txBody>
      </p:sp>
      <p:pic>
        <p:nvPicPr>
          <p:cNvPr id="12" name="Image 5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69720" y="5604466"/>
            <a:ext cx="575751" cy="568463"/>
          </a:xfrm>
          <a:prstGeom prst="rect">
            <a:avLst/>
          </a:prstGeom>
        </p:spPr>
      </p:pic>
      <p:pic>
        <p:nvPicPr>
          <p:cNvPr id="13" name="Image 6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14640" y="5597178"/>
            <a:ext cx="14576" cy="568463"/>
          </a:xfrm>
          <a:prstGeom prst="rect">
            <a:avLst/>
          </a:prstGeom>
        </p:spPr>
      </p:pic>
      <p:sp>
        <p:nvSpPr>
          <p:cNvPr id="14" name="Text 5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55714" y="5597178"/>
            <a:ext cx="2067166" cy="569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941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9882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9823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9976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4970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99645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49586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99527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549"/>
              </a:lnSpc>
              <a:buNone/>
            </a:pPr>
            <a:r>
              <a:rPr lang="en-US" sz="900" b="1">
                <a:solidFill>
                  <a:srgbClr val="65638D"/>
                </a:solidFill>
                <a:latin typeface="Aptos"/>
                <a:ea typeface="Aptos" pitchFamily="34" charset="-122"/>
                <a:cs typeface="Aptos" pitchFamily="34" charset="-120"/>
              </a:rPr>
              <a:t>Unknown/Vendor Syntax</a:t>
            </a:r>
            <a:r>
              <a:rPr lang="en-US" sz="900">
                <a:solidFill>
                  <a:srgbClr val="978FAA"/>
                </a:solidFill>
                <a:latin typeface="Aptos"/>
                <a:ea typeface="Aptos" pitchFamily="34" charset="-122"/>
                <a:cs typeface="Aptos" pitchFamily="34" charset="-120"/>
              </a:rPr>
              <a:t>
</a:t>
            </a:r>
            <a:r>
              <a:rPr lang="en-US" sz="900" b="1">
                <a:solidFill>
                  <a:srgbClr val="6A668B"/>
                </a:solidFill>
                <a:latin typeface="Aptos"/>
                <a:ea typeface="Aptos" pitchFamily="34" charset="-122"/>
                <a:cs typeface="Aptos" pitchFamily="34" charset="-120"/>
              </a:rPr>
              <a:t>Mitigation:</a:t>
            </a:r>
            <a:r>
              <a:rPr lang="en-US" sz="900">
                <a:solidFill>
                  <a:srgbClr val="978FAA"/>
                </a:solidFill>
                <a:latin typeface="Aptos"/>
                <a:ea typeface="Aptos" pitchFamily="34" charset="-122"/>
                <a:cs typeface="Aptos" pitchFamily="34" charset="-120"/>
              </a:rPr>
              <a:t> Al-assisted interpretation</a:t>
            </a:r>
            <a:endParaRPr lang="en-US" sz="900">
              <a:latin typeface="Aptos"/>
              <a:ea typeface="Calibri"/>
              <a:cs typeface="Calibri"/>
            </a:endParaRPr>
          </a:p>
          <a:p>
            <a:pPr marL="0" indent="0" algn="l">
              <a:lnSpc>
                <a:spcPts val="1549"/>
              </a:lnSpc>
              <a:buNone/>
            </a:pPr>
            <a:r>
              <a:rPr lang="en-US" sz="900">
                <a:solidFill>
                  <a:srgbClr val="978FAA"/>
                </a:solidFill>
                <a:latin typeface="Aptos"/>
                <a:ea typeface="Aptos" pitchFamily="34" charset="-122"/>
                <a:cs typeface="Aptos" pitchFamily="34" charset="-120"/>
              </a:rPr>
              <a:t>with human-approved mapping.</a:t>
            </a:r>
            <a:endParaRPr lang="en-US" sz="900">
              <a:latin typeface="Aptos"/>
              <a:ea typeface="Calibri"/>
              <a:cs typeface="Calibri"/>
            </a:endParaRPr>
          </a:p>
        </p:txBody>
      </p:sp>
      <p:pic>
        <p:nvPicPr>
          <p:cNvPr id="15" name="Image 7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71131" y="5640906"/>
            <a:ext cx="488295" cy="510159"/>
          </a:xfrm>
          <a:prstGeom prst="rect">
            <a:avLst/>
          </a:prstGeom>
        </p:spPr>
      </p:pic>
      <p:sp>
        <p:nvSpPr>
          <p:cNvPr id="16" name="Shape 6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4423" y="5495146"/>
            <a:ext cx="3425356" cy="743375"/>
          </a:xfrm>
          <a:prstGeom prst="roundRect">
            <a:avLst>
              <a:gd name="adj" fmla="val 12990"/>
            </a:avLst>
          </a:prstGeom>
          <a:solidFill>
            <a:srgbClr val="BA212A"/>
          </a:solidFill>
          <a:ln w="9525">
            <a:solidFill>
              <a:srgbClr val="D855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7" name="Image 8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90829" y="5721074"/>
            <a:ext cx="262368" cy="160336"/>
          </a:xfrm>
          <a:prstGeom prst="rect">
            <a:avLst/>
          </a:prstGeom>
        </p:spPr>
      </p:pic>
      <p:pic>
        <p:nvPicPr>
          <p:cNvPr id="18" name="Image 9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09335" y="5648194"/>
            <a:ext cx="495583" cy="473719"/>
          </a:xfrm>
          <a:prstGeom prst="rect">
            <a:avLst/>
          </a:prstGeom>
        </p:spPr>
      </p:pic>
      <p:sp>
        <p:nvSpPr>
          <p:cNvPr id="19" name="Text 7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103" y="5961577"/>
            <a:ext cx="2383173" cy="160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941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9882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9823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9976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4970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99645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49586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99527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15"/>
              </a:lnSpc>
              <a:buNone/>
            </a:pPr>
            <a:r>
              <a:rPr lang="en-US" sz="942">
                <a:solidFill>
                  <a:srgbClr val="E19D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Anticipate • Prevent • Build with Confidence</a:t>
            </a:r>
            <a:endParaRPr lang="en-US" sz="942"/>
          </a:p>
        </p:txBody>
      </p:sp>
      <p:sp>
        <p:nvSpPr>
          <p:cNvPr id="20" name="Text 8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284381" y="5684634"/>
            <a:ext cx="1027607" cy="189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941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9882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9823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9976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4970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99645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49586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99527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982"/>
              </a:lnSpc>
              <a:buNone/>
            </a:pPr>
            <a:r>
              <a:rPr lang="en-US" sz="1211" b="1">
                <a:solidFill>
                  <a:srgbClr val="F6DC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MITIGATIONS</a:t>
            </a:r>
            <a:endParaRPr lang="en-US" sz="1211"/>
          </a:p>
        </p:txBody>
      </p:sp>
      <p:sp>
        <p:nvSpPr>
          <p:cNvPr id="21" name="Text 9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50678" y="5684634"/>
            <a:ext cx="808967" cy="189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941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9882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9823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9976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4970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99645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49586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99527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943"/>
              </a:lnSpc>
              <a:buNone/>
            </a:pPr>
            <a:r>
              <a:rPr lang="en-US" sz="1146" b="1">
                <a:solidFill>
                  <a:srgbClr val="F5DA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RISKS</a:t>
            </a:r>
            <a:endParaRPr lang="en-US" sz="1146"/>
          </a:p>
        </p:txBody>
      </p:sp>
      <p:pic>
        <p:nvPicPr>
          <p:cNvPr id="22" name="Image 1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025773" y="940151"/>
            <a:ext cx="3031804" cy="583039"/>
          </a:xfrm>
          <a:prstGeom prst="rect">
            <a:avLst/>
          </a:prstGeom>
        </p:spPr>
      </p:pic>
      <p:sp>
        <p:nvSpPr>
          <p:cNvPr id="23" name="Text 1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761860" y="1268111"/>
            <a:ext cx="2135382" cy="160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941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9882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9823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9976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4970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99645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49586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99527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861"/>
              </a:lnSpc>
              <a:buNone/>
            </a:pPr>
            <a:r>
              <a:rPr lang="en-US" sz="1000">
                <a:solidFill>
                  <a:schemeClr val="bg1">
                    <a:lumMod val="9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Cost-Effective • Scalable • Sustainable</a:t>
            </a:r>
            <a:endParaRPr lang="en-US" sz="100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4" name="Text 1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769147" y="1034894"/>
            <a:ext cx="1982333" cy="2332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941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9882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9823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9976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4970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99645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49586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99527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10"/>
              </a:lnSpc>
              <a:buNone/>
            </a:pPr>
            <a:r>
              <a:rPr lang="en-US" sz="1400" b="1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ECONOMIC VIABILITY</a:t>
            </a:r>
            <a:endParaRPr lang="en-US" sz="1400">
              <a:solidFill>
                <a:schemeClr val="bg1"/>
              </a:solidFill>
            </a:endParaRPr>
          </a:p>
        </p:txBody>
      </p:sp>
      <p:pic>
        <p:nvPicPr>
          <p:cNvPr id="25" name="Image 11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113229" y="969303"/>
            <a:ext cx="517447" cy="524735"/>
          </a:xfrm>
          <a:prstGeom prst="rect">
            <a:avLst/>
          </a:prstGeom>
        </p:spPr>
      </p:pic>
      <p:pic>
        <p:nvPicPr>
          <p:cNvPr id="26" name="Image 12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018485" y="1515903"/>
            <a:ext cx="3039092" cy="3920939"/>
          </a:xfrm>
          <a:prstGeom prst="rect">
            <a:avLst/>
          </a:prstGeom>
        </p:spPr>
      </p:pic>
      <p:sp>
        <p:nvSpPr>
          <p:cNvPr id="27" name="Shape 1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113228" y="4401947"/>
            <a:ext cx="2871469" cy="947439"/>
          </a:xfrm>
          <a:prstGeom prst="roundRect">
            <a:avLst>
              <a:gd name="adj" fmla="val 10000"/>
            </a:avLst>
          </a:prstGeom>
          <a:solidFill>
            <a:srgbClr val="FDE7C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8" name="Image 13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266277" y="4518555"/>
            <a:ext cx="663207" cy="685071"/>
          </a:xfrm>
          <a:prstGeom prst="rect">
            <a:avLst/>
          </a:prstGeom>
        </p:spPr>
      </p:pic>
      <p:sp>
        <p:nvSpPr>
          <p:cNvPr id="29" name="Text 13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148123" y="4912106"/>
            <a:ext cx="1603358" cy="306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941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9882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9823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9976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4970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99645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49586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99527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205"/>
              </a:lnSpc>
              <a:buNone/>
            </a:pPr>
            <a:r>
              <a:rPr lang="en-US" sz="900">
                <a:solidFill>
                  <a:srgbClr val="898896"/>
                </a:solidFill>
                <a:latin typeface="Aptos"/>
                <a:ea typeface="Aptos" pitchFamily="34" charset="-122"/>
                <a:cs typeface="Aptos" pitchFamily="34" charset="-120"/>
              </a:rPr>
              <a:t>Faster, consistent and</a:t>
            </a:r>
            <a:endParaRPr lang="en-US" sz="900">
              <a:latin typeface="Aptos"/>
              <a:ea typeface="Calibri"/>
              <a:cs typeface="Calibri"/>
            </a:endParaRPr>
          </a:p>
          <a:p>
            <a:pPr marL="0" indent="0" algn="l">
              <a:lnSpc>
                <a:spcPts val="1205"/>
              </a:lnSpc>
              <a:buNone/>
            </a:pPr>
            <a:r>
              <a:rPr lang="en-US" sz="900">
                <a:solidFill>
                  <a:srgbClr val="898896"/>
                </a:solidFill>
                <a:latin typeface="Aptos"/>
                <a:ea typeface="Aptos" pitchFamily="34" charset="-122"/>
                <a:cs typeface="Aptos" pitchFamily="34" charset="-120"/>
              </a:rPr>
              <a:t>resource-efficient compliance.</a:t>
            </a:r>
            <a:endParaRPr lang="en-US" sz="900">
              <a:latin typeface="Aptos"/>
              <a:ea typeface="Calibri"/>
              <a:cs typeface="Calibri"/>
            </a:endParaRPr>
          </a:p>
        </p:txBody>
      </p:sp>
      <p:sp>
        <p:nvSpPr>
          <p:cNvPr id="30" name="Text 14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148123" y="4518555"/>
            <a:ext cx="1224383" cy="320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941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9882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9823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9976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4970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99645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49586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99527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134"/>
              </a:lnSpc>
              <a:buNone/>
            </a:pPr>
            <a:r>
              <a:rPr lang="en-US" sz="1000" b="1">
                <a:solidFill>
                  <a:srgbClr val="5C5F90"/>
                </a:solidFill>
                <a:latin typeface="Aptos"/>
                <a:ea typeface="Aptos" pitchFamily="34" charset="-122"/>
                <a:cs typeface="Aptos" pitchFamily="34" charset="-120"/>
              </a:rPr>
              <a:t>Automation Reduces</a:t>
            </a:r>
            <a:endParaRPr lang="en-US" sz="1000">
              <a:latin typeface="Aptos"/>
              <a:ea typeface="Calibri"/>
              <a:cs typeface="Calibri"/>
            </a:endParaRPr>
          </a:p>
          <a:p>
            <a:pPr marL="0" indent="0" algn="l">
              <a:lnSpc>
                <a:spcPts val="1134"/>
              </a:lnSpc>
              <a:buNone/>
            </a:pPr>
            <a:r>
              <a:rPr lang="en-US" sz="1000" b="1">
                <a:solidFill>
                  <a:srgbClr val="5C5F90"/>
                </a:solidFill>
                <a:latin typeface="Aptos"/>
                <a:ea typeface="Aptos" pitchFamily="34" charset="-122"/>
                <a:cs typeface="Aptos" pitchFamily="34" charset="-120"/>
              </a:rPr>
              <a:t>Manual Audit Effort</a:t>
            </a:r>
            <a:endParaRPr lang="en-US" sz="1000">
              <a:latin typeface="Aptos"/>
              <a:ea typeface="Calibri"/>
              <a:cs typeface="Calibri"/>
            </a:endParaRPr>
          </a:p>
        </p:txBody>
      </p:sp>
      <p:sp>
        <p:nvSpPr>
          <p:cNvPr id="31" name="Shape 15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113228" y="3425357"/>
            <a:ext cx="2871469" cy="940151"/>
          </a:xfrm>
          <a:prstGeom prst="roundRect">
            <a:avLst>
              <a:gd name="adj" fmla="val 10078"/>
            </a:avLst>
          </a:prstGeom>
          <a:solidFill>
            <a:srgbClr val="FCE8D2"/>
          </a:solidFill>
          <a:ln w="9525">
            <a:solidFill>
              <a:srgbClr val="FDEE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2" name="Image 14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280853" y="3549252"/>
            <a:ext cx="619479" cy="641343"/>
          </a:xfrm>
          <a:prstGeom prst="rect">
            <a:avLst/>
          </a:prstGeom>
        </p:spPr>
      </p:pic>
      <p:sp>
        <p:nvSpPr>
          <p:cNvPr id="33" name="Text 16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148124" y="3913652"/>
            <a:ext cx="1421158" cy="313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941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9882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9823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9976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4970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99645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49586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99527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73"/>
              </a:lnSpc>
              <a:buNone/>
            </a:pPr>
            <a:r>
              <a:rPr lang="en-US" sz="900">
                <a:solidFill>
                  <a:srgbClr val="888798"/>
                </a:solidFill>
                <a:latin typeface="Aptos"/>
                <a:ea typeface="Aptos" pitchFamily="34" charset="-122"/>
                <a:cs typeface="Aptos" pitchFamily="34" charset="-120"/>
              </a:rPr>
              <a:t>Build once, map to multiple</a:t>
            </a:r>
            <a:endParaRPr lang="en-US" sz="900">
              <a:latin typeface="Aptos"/>
              <a:ea typeface="Calibri"/>
              <a:cs typeface="Calibri"/>
            </a:endParaRPr>
          </a:p>
          <a:p>
            <a:pPr marL="0" indent="0" algn="l">
              <a:lnSpc>
                <a:spcPts val="1073"/>
              </a:lnSpc>
              <a:buNone/>
            </a:pPr>
            <a:r>
              <a:rPr lang="en-US" sz="900">
                <a:solidFill>
                  <a:srgbClr val="888798"/>
                </a:solidFill>
                <a:latin typeface="Aptos"/>
                <a:ea typeface="Aptos" pitchFamily="34" charset="-122"/>
                <a:cs typeface="Aptos" pitchFamily="34" charset="-120"/>
              </a:rPr>
              <a:t>frameworks.</a:t>
            </a:r>
            <a:endParaRPr lang="en-US" sz="900">
              <a:latin typeface="Aptos"/>
              <a:ea typeface="Calibri"/>
              <a:cs typeface="Calibri"/>
            </a:endParaRPr>
          </a:p>
        </p:txBody>
      </p:sp>
      <p:sp>
        <p:nvSpPr>
          <p:cNvPr id="34" name="Text 17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148124" y="3549252"/>
            <a:ext cx="1435734" cy="327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941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9882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9823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9976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4970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99645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49586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99527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151"/>
              </a:lnSpc>
              <a:buNone/>
            </a:pPr>
            <a:r>
              <a:rPr lang="en-US" sz="1000" b="1">
                <a:solidFill>
                  <a:srgbClr val="575C92"/>
                </a:solidFill>
                <a:latin typeface="Aptos"/>
                <a:ea typeface="Aptos" pitchFamily="34" charset="-122"/>
                <a:cs typeface="Aptos" pitchFamily="34" charset="-120"/>
              </a:rPr>
              <a:t>Reuse One Internal Rule</a:t>
            </a:r>
            <a:endParaRPr lang="en-US" sz="1000">
              <a:latin typeface="Aptos"/>
              <a:ea typeface="Calibri"/>
              <a:cs typeface="Calibri"/>
            </a:endParaRPr>
          </a:p>
          <a:p>
            <a:pPr marL="0" indent="0" algn="l">
              <a:lnSpc>
                <a:spcPts val="1151"/>
              </a:lnSpc>
              <a:buNone/>
            </a:pPr>
            <a:r>
              <a:rPr lang="en-US" sz="1000" b="1">
                <a:solidFill>
                  <a:srgbClr val="575C92"/>
                </a:solidFill>
                <a:latin typeface="Aptos"/>
                <a:ea typeface="Aptos" pitchFamily="34" charset="-122"/>
                <a:cs typeface="Aptos" pitchFamily="34" charset="-120"/>
              </a:rPr>
              <a:t>Across CIS / NIST / STIG</a:t>
            </a:r>
            <a:endParaRPr lang="en-US" sz="1000">
              <a:latin typeface="Aptos"/>
              <a:ea typeface="Calibri"/>
              <a:cs typeface="Calibri"/>
            </a:endParaRPr>
          </a:p>
        </p:txBody>
      </p:sp>
      <p:sp>
        <p:nvSpPr>
          <p:cNvPr id="35" name="Shape 18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113228" y="2499781"/>
            <a:ext cx="2871469" cy="889135"/>
          </a:xfrm>
          <a:prstGeom prst="roundRect">
            <a:avLst>
              <a:gd name="adj" fmla="val 8197"/>
            </a:avLst>
          </a:prstGeom>
          <a:solidFill>
            <a:srgbClr val="FCE8D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6" name="Image 15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273564" y="2616390"/>
            <a:ext cx="641343" cy="634055"/>
          </a:xfrm>
          <a:prstGeom prst="rect">
            <a:avLst/>
          </a:prstGeom>
        </p:spPr>
      </p:pic>
      <p:sp>
        <p:nvSpPr>
          <p:cNvPr id="37" name="Text 19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148123" y="2856893"/>
            <a:ext cx="1647086" cy="34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941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9882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9823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9976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4970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99645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49586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99527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104"/>
              </a:lnSpc>
              <a:buNone/>
            </a:pPr>
            <a:r>
              <a:rPr lang="en-US" sz="900">
                <a:solidFill>
                  <a:srgbClr val="888694"/>
                </a:solidFill>
                <a:latin typeface="Aptos"/>
                <a:ea typeface="Aptos" pitchFamily="34" charset="-122"/>
                <a:cs typeface="Aptos" pitchFamily="34" charset="-120"/>
              </a:rPr>
              <a:t>Works across multiple vendors</a:t>
            </a:r>
            <a:endParaRPr lang="en-US" sz="900">
              <a:latin typeface="Aptos"/>
              <a:ea typeface="Calibri"/>
              <a:cs typeface="Calibri"/>
            </a:endParaRPr>
          </a:p>
          <a:p>
            <a:pPr marL="0" indent="0" algn="l">
              <a:lnSpc>
                <a:spcPts val="1104"/>
              </a:lnSpc>
              <a:buNone/>
            </a:pPr>
            <a:r>
              <a:rPr lang="en-US" sz="900">
                <a:solidFill>
                  <a:srgbClr val="888694"/>
                </a:solidFill>
                <a:latin typeface="Aptos"/>
                <a:ea typeface="Aptos" pitchFamily="34" charset="-122"/>
                <a:cs typeface="Aptos" pitchFamily="34" charset="-120"/>
              </a:rPr>
              <a:t>and extensible to new devices.</a:t>
            </a:r>
            <a:endParaRPr lang="en-US" sz="900">
              <a:latin typeface="Aptos"/>
              <a:ea typeface="Calibri"/>
              <a:cs typeface="Calibri"/>
            </a:endParaRPr>
          </a:p>
        </p:txBody>
      </p:sp>
      <p:sp>
        <p:nvSpPr>
          <p:cNvPr id="38" name="Text 2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148123" y="2667406"/>
            <a:ext cx="1180655" cy="153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941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9882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9823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9976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4970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99645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49586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99527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832"/>
              </a:lnSpc>
              <a:buNone/>
            </a:pPr>
            <a:r>
              <a:rPr lang="en-US" sz="1000" b="1">
                <a:solidFill>
                  <a:srgbClr val="565B8E"/>
                </a:solidFill>
                <a:latin typeface="Aptos"/>
                <a:ea typeface="Aptos" pitchFamily="34" charset="-122"/>
                <a:cs typeface="Aptos" pitchFamily="34" charset="-120"/>
              </a:rPr>
              <a:t>Zero Vendor Lock-in</a:t>
            </a:r>
            <a:endParaRPr lang="en-US" sz="1000">
              <a:latin typeface="Aptos"/>
              <a:ea typeface="Calibri"/>
              <a:cs typeface="Calibri"/>
            </a:endParaRPr>
          </a:p>
        </p:txBody>
      </p:sp>
      <p:sp>
        <p:nvSpPr>
          <p:cNvPr id="39" name="Shape 2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113228" y="1596071"/>
            <a:ext cx="2871469" cy="867271"/>
          </a:xfrm>
          <a:prstGeom prst="roundRect">
            <a:avLst>
              <a:gd name="adj" fmla="val 12605"/>
            </a:avLst>
          </a:prstGeom>
          <a:solidFill>
            <a:srgbClr val="FCEAD7"/>
          </a:solidFill>
          <a:ln w="9525">
            <a:solidFill>
              <a:srgbClr val="FDEE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0" name="Image 16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273565" y="1698103"/>
            <a:ext cx="634055" cy="604903"/>
          </a:xfrm>
          <a:prstGeom prst="rect">
            <a:avLst/>
          </a:prstGeom>
        </p:spPr>
      </p:pic>
      <p:sp>
        <p:nvSpPr>
          <p:cNvPr id="41" name="Text 2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148124" y="1967758"/>
            <a:ext cx="1523190" cy="327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941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9882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9823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9976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4970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99645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49586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99527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73"/>
              </a:lnSpc>
              <a:buNone/>
            </a:pPr>
            <a:r>
              <a:rPr lang="en-US" sz="900">
                <a:solidFill>
                  <a:srgbClr val="868493"/>
                </a:solidFill>
                <a:latin typeface="Aptos"/>
                <a:ea typeface="Aptos" pitchFamily="34" charset="-122"/>
                <a:cs typeface="Aptos" pitchFamily="34" charset="-120"/>
              </a:rPr>
              <a:t>Leverages open-source tools</a:t>
            </a:r>
            <a:endParaRPr lang="en-US" sz="900">
              <a:latin typeface="Aptos"/>
              <a:ea typeface="Calibri"/>
              <a:cs typeface="Calibri"/>
            </a:endParaRPr>
          </a:p>
          <a:p>
            <a:pPr marL="0" indent="0" algn="l">
              <a:lnSpc>
                <a:spcPts val="1073"/>
              </a:lnSpc>
              <a:buNone/>
            </a:pPr>
            <a:r>
              <a:rPr lang="en-US" sz="900">
                <a:solidFill>
                  <a:srgbClr val="868493"/>
                </a:solidFill>
                <a:latin typeface="Aptos"/>
                <a:ea typeface="Aptos" pitchFamily="34" charset="-122"/>
                <a:cs typeface="Aptos" pitchFamily="34" charset="-120"/>
              </a:rPr>
              <a:t>and local Al models.</a:t>
            </a:r>
            <a:endParaRPr lang="en-US" sz="900">
              <a:latin typeface="Aptos"/>
              <a:ea typeface="Calibri"/>
              <a:cs typeface="Calibri"/>
            </a:endParaRPr>
          </a:p>
        </p:txBody>
      </p:sp>
      <p:sp>
        <p:nvSpPr>
          <p:cNvPr id="42" name="Text 23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117643" y="1770983"/>
            <a:ext cx="1412575" cy="173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941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9882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9823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9976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4970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99645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49586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99527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904"/>
              </a:lnSpc>
              <a:buNone/>
            </a:pPr>
            <a:r>
              <a:rPr lang="en-US" sz="1000" b="1">
                <a:solidFill>
                  <a:srgbClr val="565B90"/>
                </a:solidFill>
                <a:latin typeface="Aptos"/>
                <a:ea typeface="Aptos" pitchFamily="34" charset="-122"/>
                <a:cs typeface="Aptos" pitchFamily="34" charset="-120"/>
              </a:rPr>
              <a:t>Open-Source Stack</a:t>
            </a:r>
            <a:endParaRPr lang="en-US" sz="1000">
              <a:latin typeface="Aptos"/>
              <a:ea typeface="Calibri"/>
              <a:cs typeface="Calibri"/>
            </a:endParaRPr>
          </a:p>
        </p:txBody>
      </p:sp>
      <p:pic>
        <p:nvPicPr>
          <p:cNvPr id="43" name="Image 17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979392" y="889135"/>
            <a:ext cx="2980789" cy="4562283"/>
          </a:xfrm>
          <a:prstGeom prst="rect">
            <a:avLst/>
          </a:prstGeom>
        </p:spPr>
      </p:pic>
      <p:sp>
        <p:nvSpPr>
          <p:cNvPr id="44" name="Shape 24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081424" y="4401947"/>
            <a:ext cx="2791301" cy="947439"/>
          </a:xfrm>
          <a:prstGeom prst="roundRect">
            <a:avLst>
              <a:gd name="adj" fmla="val 10000"/>
            </a:avLst>
          </a:prstGeom>
          <a:solidFill>
            <a:srgbClr val="DAF7E8"/>
          </a:solidFill>
          <a:ln w="9525">
            <a:solidFill>
              <a:srgbClr val="DFF9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5" name="Image 18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176168" y="4518556"/>
            <a:ext cx="663207" cy="692359"/>
          </a:xfrm>
          <a:prstGeom prst="rect">
            <a:avLst/>
          </a:prstGeom>
        </p:spPr>
      </p:pic>
      <p:pic>
        <p:nvPicPr>
          <p:cNvPr id="46" name="Image 19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219896" y="4737195"/>
            <a:ext cx="597615" cy="444567"/>
          </a:xfrm>
          <a:prstGeom prst="rect">
            <a:avLst/>
          </a:prstGeom>
        </p:spPr>
      </p:pic>
      <p:pic>
        <p:nvPicPr>
          <p:cNvPr id="47" name="Image 2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219896" y="4554995"/>
            <a:ext cx="510159" cy="160336"/>
          </a:xfrm>
          <a:prstGeom prst="rect">
            <a:avLst/>
          </a:prstGeom>
        </p:spPr>
      </p:pic>
      <p:sp>
        <p:nvSpPr>
          <p:cNvPr id="48" name="Text 25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014287" y="4948546"/>
            <a:ext cx="1472174" cy="29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941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9882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9823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9976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4970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99645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49586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99527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20"/>
              </a:lnSpc>
              <a:buNone/>
            </a:pPr>
            <a:r>
              <a:rPr lang="en-US" sz="900">
                <a:solidFill>
                  <a:srgbClr val="74989E"/>
                </a:solidFill>
                <a:latin typeface="Aptos"/>
                <a:ea typeface="Aptos" pitchFamily="34" charset="-122"/>
                <a:cs typeface="Aptos" pitchFamily="34" charset="-120"/>
              </a:rPr>
              <a:t>with no Internet dependency</a:t>
            </a:r>
            <a:endParaRPr lang="en-US" sz="900">
              <a:latin typeface="Aptos"/>
              <a:ea typeface="Calibri"/>
              <a:cs typeface="Calibri"/>
            </a:endParaRPr>
          </a:p>
          <a:p>
            <a:pPr marL="0" indent="0" algn="l">
              <a:lnSpc>
                <a:spcPts val="1020"/>
              </a:lnSpc>
              <a:buNone/>
            </a:pPr>
            <a:r>
              <a:rPr lang="en-US" sz="900">
                <a:solidFill>
                  <a:srgbClr val="74989E"/>
                </a:solidFill>
                <a:latin typeface="Aptos"/>
                <a:ea typeface="Aptos" pitchFamily="34" charset="-122"/>
                <a:cs typeface="Aptos" pitchFamily="34" charset="-120"/>
              </a:rPr>
              <a:t>(supports local Al models)</a:t>
            </a:r>
            <a:endParaRPr lang="en-US" sz="900">
              <a:latin typeface="Aptos"/>
              <a:ea typeface="Calibri"/>
              <a:cs typeface="Calibri"/>
            </a:endParaRPr>
          </a:p>
        </p:txBody>
      </p:sp>
      <p:sp>
        <p:nvSpPr>
          <p:cNvPr id="49" name="Text 26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021575" y="4788211"/>
            <a:ext cx="1756406" cy="14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941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9882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9823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9976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4970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99645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49586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99527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918"/>
              </a:lnSpc>
              <a:buNone/>
            </a:pPr>
            <a:r>
              <a:rPr lang="en-US" sz="900">
                <a:solidFill>
                  <a:srgbClr val="74989F"/>
                </a:solidFill>
                <a:latin typeface="Aptos"/>
                <a:ea typeface="Aptos" pitchFamily="34" charset="-122"/>
                <a:cs typeface="Aptos" pitchFamily="34" charset="-120"/>
              </a:rPr>
              <a:t>Deployable in secure environments</a:t>
            </a:r>
            <a:endParaRPr lang="en-US" sz="900">
              <a:latin typeface="Aptos"/>
              <a:ea typeface="Calibri"/>
              <a:cs typeface="Calibri"/>
            </a:endParaRPr>
          </a:p>
        </p:txBody>
      </p:sp>
      <p:sp>
        <p:nvSpPr>
          <p:cNvPr id="50" name="Text 27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004127" y="4550363"/>
            <a:ext cx="1909702" cy="198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941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9882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9823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9976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4970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99645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49586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99527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26"/>
              </a:lnSpc>
              <a:buNone/>
            </a:pPr>
            <a:r>
              <a:rPr lang="en-US" sz="1000" b="1">
                <a:solidFill>
                  <a:srgbClr val="4B697F"/>
                </a:solidFill>
                <a:latin typeface="Aptos"/>
                <a:ea typeface="Aptos" pitchFamily="34" charset="-122"/>
                <a:cs typeface="Aptos" pitchFamily="34" charset="-120"/>
              </a:rPr>
              <a:t>Air-gapped / On-Prem Ready</a:t>
            </a:r>
            <a:endParaRPr lang="en-US" sz="1000">
              <a:latin typeface="Aptos"/>
              <a:ea typeface="Calibri"/>
              <a:cs typeface="Calibri"/>
            </a:endParaRPr>
          </a:p>
        </p:txBody>
      </p:sp>
      <p:sp>
        <p:nvSpPr>
          <p:cNvPr id="51" name="Text 28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263624" y="4591435"/>
            <a:ext cx="153048" cy="94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941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9882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9823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9976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4970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99645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49586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99527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402"/>
              </a:lnSpc>
              <a:buNone/>
            </a:pPr>
            <a:r>
              <a:rPr lang="en-US" sz="493">
                <a:solidFill>
                  <a:srgbClr val="B8D1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1 2 3</a:t>
            </a:r>
            <a:endParaRPr lang="en-US" sz="493"/>
          </a:p>
        </p:txBody>
      </p:sp>
      <p:sp>
        <p:nvSpPr>
          <p:cNvPr id="52" name="Shape 29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081424" y="3447220"/>
            <a:ext cx="2791301" cy="918287"/>
          </a:xfrm>
          <a:prstGeom prst="roundRect">
            <a:avLst>
              <a:gd name="adj" fmla="val 10317"/>
            </a:avLst>
          </a:prstGeom>
          <a:solidFill>
            <a:srgbClr val="DBF8E9"/>
          </a:solidFill>
          <a:ln w="19050">
            <a:solidFill>
              <a:srgbClr val="DCF9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3" name="Image 21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212608" y="3585692"/>
            <a:ext cx="604903" cy="612191"/>
          </a:xfrm>
          <a:prstGeom prst="rect">
            <a:avLst/>
          </a:prstGeom>
        </p:spPr>
      </p:pic>
      <p:sp>
        <p:nvSpPr>
          <p:cNvPr id="54" name="Text 3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014287" y="3928228"/>
            <a:ext cx="1559630" cy="298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941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9882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9823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9976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4970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99645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49586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99527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64"/>
              </a:lnSpc>
              <a:buNone/>
            </a:pPr>
            <a:r>
              <a:rPr lang="en-US" sz="900">
                <a:solidFill>
                  <a:srgbClr val="789BA0"/>
                </a:solidFill>
                <a:latin typeface="Aptos"/>
                <a:ea typeface="Aptos" pitchFamily="34" charset="-122"/>
                <a:cs typeface="Aptos" pitchFamily="34" charset="-120"/>
              </a:rPr>
              <a:t>configurations via user-friendly</a:t>
            </a:r>
            <a:endParaRPr lang="en-US" sz="900">
              <a:latin typeface="Aptos"/>
              <a:ea typeface="Calibri"/>
              <a:cs typeface="Calibri"/>
            </a:endParaRPr>
          </a:p>
          <a:p>
            <a:pPr marL="0" indent="0" algn="l">
              <a:lnSpc>
                <a:spcPts val="1064"/>
              </a:lnSpc>
              <a:buNone/>
            </a:pPr>
            <a:r>
              <a:rPr lang="en-US" sz="900">
                <a:solidFill>
                  <a:srgbClr val="789BA0"/>
                </a:solidFill>
                <a:latin typeface="Aptos"/>
                <a:ea typeface="Aptos" pitchFamily="34" charset="-122"/>
                <a:cs typeface="Aptos" pitchFamily="34" charset="-120"/>
              </a:rPr>
              <a:t>interface.</a:t>
            </a:r>
            <a:endParaRPr lang="en-US" sz="900">
              <a:latin typeface="Aptos"/>
              <a:ea typeface="Calibri"/>
              <a:cs typeface="Calibri"/>
            </a:endParaRPr>
          </a:p>
        </p:txBody>
      </p:sp>
      <p:sp>
        <p:nvSpPr>
          <p:cNvPr id="55" name="Text 3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021575" y="3775180"/>
            <a:ext cx="1187943" cy="14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941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9882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9823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9976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4970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99645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49586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99527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918"/>
              </a:lnSpc>
              <a:buNone/>
            </a:pPr>
            <a:r>
              <a:rPr lang="en-US" sz="900">
                <a:solidFill>
                  <a:srgbClr val="76989E"/>
                </a:solidFill>
                <a:latin typeface="Aptos"/>
                <a:ea typeface="Aptos" pitchFamily="34" charset="-122"/>
                <a:cs typeface="Aptos" pitchFamily="34" charset="-120"/>
              </a:rPr>
              <a:t>Map new/unrecognized</a:t>
            </a:r>
            <a:endParaRPr lang="en-US" sz="900">
              <a:latin typeface="Aptos"/>
              <a:ea typeface="Calibri"/>
              <a:cs typeface="Calibri"/>
            </a:endParaRPr>
          </a:p>
        </p:txBody>
      </p:sp>
      <p:sp>
        <p:nvSpPr>
          <p:cNvPr id="56" name="Text 3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021576" y="3563828"/>
            <a:ext cx="1289974" cy="160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941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9882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9823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9976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4970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99645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49586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99527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928"/>
              </a:lnSpc>
              <a:buNone/>
            </a:pPr>
            <a:r>
              <a:rPr lang="en-US" sz="1000" b="1">
                <a:solidFill>
                  <a:srgbClr val="477178"/>
                </a:solidFill>
                <a:latin typeface="Aptos"/>
                <a:ea typeface="Aptos" pitchFamily="34" charset="-122"/>
                <a:cs typeface="Aptos" pitchFamily="34" charset="-120"/>
              </a:rPr>
              <a:t>Low-Code Mapping UI</a:t>
            </a:r>
            <a:endParaRPr lang="en-US" sz="1000">
              <a:latin typeface="Aptos"/>
              <a:ea typeface="Calibri"/>
              <a:cs typeface="Calibri"/>
            </a:endParaRPr>
          </a:p>
        </p:txBody>
      </p:sp>
      <p:sp>
        <p:nvSpPr>
          <p:cNvPr id="57" name="Shape 33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081424" y="2507069"/>
            <a:ext cx="2791301" cy="889135"/>
          </a:xfrm>
          <a:prstGeom prst="roundRect">
            <a:avLst>
              <a:gd name="adj" fmla="val 12295"/>
            </a:avLst>
          </a:prstGeom>
          <a:solidFill>
            <a:srgbClr val="DCF8EA"/>
          </a:solidFill>
          <a:ln w="9525">
            <a:solidFill>
              <a:srgbClr val="D5F7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8" name="Image 22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249048" y="2638254"/>
            <a:ext cx="583039" cy="619479"/>
          </a:xfrm>
          <a:prstGeom prst="rect">
            <a:avLst/>
          </a:prstGeom>
        </p:spPr>
      </p:pic>
      <p:sp>
        <p:nvSpPr>
          <p:cNvPr id="59" name="Text 34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014287" y="2798589"/>
            <a:ext cx="1450310" cy="4955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941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9882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9823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9976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4970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99645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49586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99527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47"/>
              </a:lnSpc>
              <a:buNone/>
            </a:pPr>
            <a:r>
              <a:rPr lang="en-US" sz="900">
                <a:solidFill>
                  <a:srgbClr val="76979F"/>
                </a:solidFill>
                <a:latin typeface="Aptos"/>
                <a:ea typeface="Aptos" pitchFamily="34" charset="-122"/>
                <a:cs typeface="Aptos" pitchFamily="34" charset="-120"/>
              </a:rPr>
              <a:t>Platform only recommends.</a:t>
            </a:r>
            <a:endParaRPr lang="en-US" sz="900">
              <a:latin typeface="Aptos"/>
              <a:ea typeface="Calibri"/>
              <a:cs typeface="Calibri"/>
            </a:endParaRPr>
          </a:p>
          <a:p>
            <a:pPr marL="0" indent="0" algn="l">
              <a:lnSpc>
                <a:spcPts val="1047"/>
              </a:lnSpc>
              <a:buNone/>
            </a:pPr>
            <a:r>
              <a:rPr lang="en-US" sz="900">
                <a:solidFill>
                  <a:srgbClr val="76979F"/>
                </a:solidFill>
                <a:latin typeface="Aptos"/>
                <a:ea typeface="Aptos" pitchFamily="34" charset="-122"/>
                <a:cs typeface="Aptos" pitchFamily="34" charset="-120"/>
              </a:rPr>
              <a:t>No commands executed</a:t>
            </a:r>
            <a:endParaRPr lang="en-US" sz="900">
              <a:latin typeface="Aptos"/>
              <a:ea typeface="Calibri"/>
              <a:cs typeface="Calibri"/>
            </a:endParaRPr>
          </a:p>
          <a:p>
            <a:pPr marL="0" indent="0" algn="l">
              <a:lnSpc>
                <a:spcPts val="1047"/>
              </a:lnSpc>
              <a:buNone/>
            </a:pPr>
            <a:r>
              <a:rPr lang="en-US" sz="900">
                <a:solidFill>
                  <a:srgbClr val="76979F"/>
                </a:solidFill>
                <a:latin typeface="Aptos"/>
                <a:ea typeface="Aptos" pitchFamily="34" charset="-122"/>
                <a:cs typeface="Aptos" pitchFamily="34" charset="-120"/>
              </a:rPr>
              <a:t>automatically.</a:t>
            </a:r>
            <a:endParaRPr lang="en-US" sz="900">
              <a:latin typeface="Aptos"/>
              <a:ea typeface="Calibri"/>
              <a:cs typeface="Calibri"/>
            </a:endParaRPr>
          </a:p>
        </p:txBody>
      </p:sp>
      <p:sp>
        <p:nvSpPr>
          <p:cNvPr id="60" name="Text 35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021575" y="2609101"/>
            <a:ext cx="1100487" cy="14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941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9882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9823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9976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4970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99645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49586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99527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796"/>
              </a:lnSpc>
              <a:buNone/>
            </a:pPr>
            <a:r>
              <a:rPr lang="en-US" sz="1000" b="1">
                <a:solidFill>
                  <a:srgbClr val="477176"/>
                </a:solidFill>
                <a:latin typeface="Aptos"/>
                <a:ea typeface="Aptos" pitchFamily="34" charset="-122"/>
                <a:cs typeface="Aptos" pitchFamily="34" charset="-120"/>
              </a:rPr>
              <a:t>No Auto-Execution</a:t>
            </a:r>
            <a:endParaRPr lang="en-US" sz="1000">
              <a:latin typeface="Aptos"/>
              <a:ea typeface="Calibri"/>
              <a:cs typeface="Calibri"/>
            </a:endParaRPr>
          </a:p>
        </p:txBody>
      </p:sp>
      <p:sp>
        <p:nvSpPr>
          <p:cNvPr id="61" name="Shape 36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081424" y="1588783"/>
            <a:ext cx="2791301" cy="874559"/>
          </a:xfrm>
          <a:prstGeom prst="roundRect">
            <a:avLst>
              <a:gd name="adj" fmla="val 12500"/>
            </a:avLst>
          </a:prstGeom>
          <a:solidFill>
            <a:srgbClr val="E0F9ED"/>
          </a:solidFill>
          <a:ln w="9525">
            <a:solidFill>
              <a:srgbClr val="D6F6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2" name="Image 23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234472" y="1763695"/>
            <a:ext cx="575751" cy="495583"/>
          </a:xfrm>
          <a:prstGeom prst="rect">
            <a:avLst/>
          </a:prstGeom>
        </p:spPr>
      </p:pic>
      <p:sp>
        <p:nvSpPr>
          <p:cNvPr id="63" name="Text 37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014287" y="2033350"/>
            <a:ext cx="1683526" cy="335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941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9882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9823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9976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4970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99645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49586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99527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21"/>
              </a:lnSpc>
              <a:buNone/>
            </a:pPr>
            <a:r>
              <a:rPr lang="en-US" sz="900">
                <a:solidFill>
                  <a:srgbClr val="73959C"/>
                </a:solidFill>
                <a:latin typeface="Aptos"/>
                <a:ea typeface="Aptos" pitchFamily="34" charset="-122"/>
                <a:cs typeface="Aptos" pitchFamily="34" charset="-120"/>
              </a:rPr>
              <a:t>Alsuggests, authorized reviewer</a:t>
            </a:r>
            <a:endParaRPr lang="en-US" sz="900">
              <a:latin typeface="Aptos"/>
              <a:ea typeface="Calibri"/>
              <a:cs typeface="Calibri"/>
            </a:endParaRPr>
          </a:p>
          <a:p>
            <a:pPr marL="0" indent="0" algn="l">
              <a:lnSpc>
                <a:spcPts val="1021"/>
              </a:lnSpc>
              <a:buNone/>
            </a:pPr>
            <a:r>
              <a:rPr lang="en-US" sz="900">
                <a:solidFill>
                  <a:srgbClr val="73959C"/>
                </a:solidFill>
                <a:latin typeface="Aptos"/>
                <a:ea typeface="Aptos" pitchFamily="34" charset="-122"/>
                <a:cs typeface="Aptos" pitchFamily="34" charset="-120"/>
              </a:rPr>
              <a:t>approves, versioned &amp; auditable.</a:t>
            </a:r>
            <a:endParaRPr lang="en-US" sz="900">
              <a:latin typeface="Aptos"/>
              <a:ea typeface="Calibri"/>
              <a:cs typeface="Calibri"/>
            </a:endParaRPr>
          </a:p>
        </p:txBody>
      </p:sp>
      <p:sp>
        <p:nvSpPr>
          <p:cNvPr id="64" name="Text 38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021576" y="1689271"/>
            <a:ext cx="1683558" cy="322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941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9882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9823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9976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4970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99645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49586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99527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118"/>
              </a:lnSpc>
              <a:buNone/>
            </a:pPr>
            <a:r>
              <a:rPr lang="en-US" sz="1000" b="1">
                <a:solidFill>
                  <a:srgbClr val="4B7277"/>
                </a:solidFill>
                <a:latin typeface="Aptos"/>
                <a:ea typeface="Aptos" pitchFamily="34" charset="-122"/>
                <a:cs typeface="Aptos" pitchFamily="34" charset="-120"/>
              </a:rPr>
              <a:t>Human Approval</a:t>
            </a:r>
            <a:endParaRPr lang="en-US" sz="1000">
              <a:latin typeface="Aptos"/>
              <a:ea typeface="Calibri"/>
              <a:cs typeface="Calibri"/>
            </a:endParaRPr>
          </a:p>
          <a:p>
            <a:pPr marL="0" indent="0" algn="l">
              <a:lnSpc>
                <a:spcPts val="1118"/>
              </a:lnSpc>
              <a:buNone/>
            </a:pPr>
            <a:r>
              <a:rPr lang="en-US" sz="1000" b="1">
                <a:solidFill>
                  <a:srgbClr val="4B7277"/>
                </a:solidFill>
                <a:latin typeface="Aptos"/>
                <a:ea typeface="Aptos" pitchFamily="34" charset="-122"/>
                <a:cs typeface="Aptos" pitchFamily="34" charset="-120"/>
              </a:rPr>
              <a:t>Before Trusted Mapping</a:t>
            </a:r>
            <a:endParaRPr lang="en-US" sz="1000">
              <a:latin typeface="Aptos"/>
              <a:ea typeface="Calibri"/>
              <a:cs typeface="Calibri"/>
            </a:endParaRPr>
          </a:p>
        </p:txBody>
      </p:sp>
      <p:pic>
        <p:nvPicPr>
          <p:cNvPr id="65" name="Image 24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001256" y="940151"/>
            <a:ext cx="2944349" cy="583039"/>
          </a:xfrm>
          <a:prstGeom prst="rect">
            <a:avLst/>
          </a:prstGeom>
        </p:spPr>
      </p:pic>
      <p:pic>
        <p:nvPicPr>
          <p:cNvPr id="66" name="Image 25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074136" y="976591"/>
            <a:ext cx="495583" cy="510159"/>
          </a:xfrm>
          <a:prstGeom prst="rect">
            <a:avLst/>
          </a:prstGeom>
        </p:spPr>
      </p:pic>
      <p:sp>
        <p:nvSpPr>
          <p:cNvPr id="67" name="Text 39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693616" y="1260823"/>
            <a:ext cx="2004198" cy="167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941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9882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9823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9976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4970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99645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49586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99527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24"/>
              </a:lnSpc>
              <a:buNone/>
            </a:pPr>
            <a:r>
              <a:rPr lang="en-US" sz="996">
                <a:solidFill>
                  <a:schemeClr val="bg1">
                    <a:lumMod val="9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Practical • Secure • Implementable</a:t>
            </a:r>
            <a:endParaRPr lang="en-US" sz="996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68" name="Text 4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672738" y="1103219"/>
            <a:ext cx="2435321" cy="116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941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9882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9823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9976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4970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99645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49586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99527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889"/>
              </a:lnSpc>
              <a:buNone/>
            </a:pPr>
            <a:r>
              <a:rPr lang="en-US" sz="1300" b="1">
                <a:solidFill>
                  <a:schemeClr val="bg1"/>
                </a:solidFill>
                <a:latin typeface="Aptos"/>
                <a:ea typeface="Aptos" pitchFamily="34" charset="-122"/>
                <a:cs typeface="Aptos" pitchFamily="34" charset="-120"/>
              </a:rPr>
              <a:t>OPERATIONAL FEASIBILITY</a:t>
            </a:r>
            <a:endParaRPr lang="en-US" sz="1300">
              <a:solidFill>
                <a:schemeClr val="bg1"/>
              </a:solidFill>
              <a:latin typeface="Aptos"/>
              <a:ea typeface="Calibri"/>
              <a:cs typeface="Calibri"/>
            </a:endParaRPr>
          </a:p>
        </p:txBody>
      </p:sp>
      <p:sp>
        <p:nvSpPr>
          <p:cNvPr id="69" name="Shape 4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7135" y="1508615"/>
            <a:ext cx="5801241" cy="3935515"/>
          </a:xfrm>
          <a:prstGeom prst="roundRect">
            <a:avLst>
              <a:gd name="adj" fmla="val 1296"/>
            </a:avLst>
          </a:prstGeom>
          <a:solidFill>
            <a:srgbClr val="F6FBFD"/>
          </a:solidFill>
          <a:ln w="28575">
            <a:solidFill>
              <a:srgbClr val="E9F8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0" name="Image 26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236455" y="4948547"/>
            <a:ext cx="5619041" cy="466431"/>
          </a:xfrm>
          <a:prstGeom prst="rect">
            <a:avLst/>
          </a:prstGeom>
        </p:spPr>
      </p:pic>
      <p:pic>
        <p:nvPicPr>
          <p:cNvPr id="71" name="Image 27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128243" y="5028715"/>
            <a:ext cx="298808" cy="313384"/>
          </a:xfrm>
          <a:prstGeom prst="rect">
            <a:avLst/>
          </a:prstGeom>
        </p:spPr>
      </p:pic>
      <p:pic>
        <p:nvPicPr>
          <p:cNvPr id="72" name="Image 28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3807571" y="5116171"/>
            <a:ext cx="218640" cy="138472"/>
          </a:xfrm>
          <a:prstGeom prst="rect">
            <a:avLst/>
          </a:prstGeom>
        </p:spPr>
      </p:pic>
      <p:pic>
        <p:nvPicPr>
          <p:cNvPr id="73" name="Image 29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2379124" y="5021427"/>
            <a:ext cx="422704" cy="313384"/>
          </a:xfrm>
          <a:prstGeom prst="rect">
            <a:avLst/>
          </a:prstGeom>
        </p:spPr>
      </p:pic>
      <p:pic>
        <p:nvPicPr>
          <p:cNvPr id="74" name="Image 3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2080317" y="5116171"/>
            <a:ext cx="218640" cy="138472"/>
          </a:xfrm>
          <a:prstGeom prst="rect">
            <a:avLst/>
          </a:prstGeom>
        </p:spPr>
      </p:pic>
      <p:pic>
        <p:nvPicPr>
          <p:cNvPr id="75" name="Image 31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418654" y="5014139"/>
            <a:ext cx="320672" cy="327960"/>
          </a:xfrm>
          <a:prstGeom prst="rect">
            <a:avLst/>
          </a:prstGeom>
        </p:spPr>
      </p:pic>
      <p:sp>
        <p:nvSpPr>
          <p:cNvPr id="76" name="Text 4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523338" y="5104467"/>
            <a:ext cx="1232567" cy="118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941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9882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9823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9976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4970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99645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49586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99527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581"/>
              </a:lnSpc>
              <a:buNone/>
            </a:pPr>
            <a:r>
              <a:rPr lang="en-US" sz="900">
                <a:solidFill>
                  <a:srgbClr val="9FC2D2"/>
                </a:solidFill>
                <a:latin typeface="Aptos"/>
                <a:ea typeface="Aptos" pitchFamily="34" charset="-122"/>
                <a:cs typeface="Aptos" pitchFamily="34" charset="-120"/>
              </a:rPr>
              <a:t>CONSISTENT RESULTS</a:t>
            </a:r>
            <a:endParaRPr lang="en-US" sz="900">
              <a:latin typeface="Aptos"/>
              <a:ea typeface="Calibri"/>
              <a:cs typeface="Calibri"/>
            </a:endParaRPr>
          </a:p>
        </p:txBody>
      </p:sp>
      <p:sp>
        <p:nvSpPr>
          <p:cNvPr id="77" name="Text 43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63220" y="5104467"/>
            <a:ext cx="954079" cy="128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941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9882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9823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9976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4970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99645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49586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99527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588"/>
              </a:lnSpc>
              <a:buNone/>
            </a:pPr>
            <a:r>
              <a:rPr lang="en-US" sz="900" b="1">
                <a:solidFill>
                  <a:srgbClr val="A0C0D1"/>
                </a:solidFill>
                <a:latin typeface="Aptos"/>
                <a:ea typeface="Aptos" pitchFamily="34" charset="-122"/>
                <a:cs typeface="Aptos" pitchFamily="34" charset="-120"/>
              </a:rPr>
              <a:t>MANY VENDORS</a:t>
            </a:r>
            <a:endParaRPr lang="en-US" sz="900">
              <a:latin typeface="Aptos"/>
              <a:ea typeface="Calibri"/>
              <a:cs typeface="Calibri"/>
            </a:endParaRPr>
          </a:p>
        </p:txBody>
      </p:sp>
      <p:sp>
        <p:nvSpPr>
          <p:cNvPr id="78" name="Text 44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77798" y="5104467"/>
            <a:ext cx="1263047" cy="148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941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9882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9823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9976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4970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99645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49586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99527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575"/>
              </a:lnSpc>
              <a:buNone/>
            </a:pPr>
            <a:r>
              <a:rPr lang="en-US" sz="900" b="1">
                <a:solidFill>
                  <a:srgbClr val="9FB9CE"/>
                </a:solidFill>
                <a:latin typeface="Aptos"/>
                <a:ea typeface="Aptos" pitchFamily="34" charset="-122"/>
                <a:cs typeface="Aptos" pitchFamily="34" charset="-120"/>
              </a:rPr>
              <a:t>ONE SECURITY MODEL</a:t>
            </a:r>
            <a:endParaRPr lang="en-US" sz="900">
              <a:latin typeface="Aptos"/>
              <a:ea typeface="Calibri"/>
              <a:cs typeface="Calibri"/>
            </a:endParaRPr>
          </a:p>
        </p:txBody>
      </p:sp>
      <p:sp>
        <p:nvSpPr>
          <p:cNvPr id="79" name="Shape 45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099090" y="4278052"/>
            <a:ext cx="1749118" cy="619479"/>
          </a:xfrm>
          <a:prstGeom prst="roundRect">
            <a:avLst>
              <a:gd name="adj" fmla="val 11765"/>
            </a:avLst>
          </a:prstGeom>
          <a:solidFill>
            <a:srgbClr val="DEF3FD"/>
          </a:solidFill>
          <a:ln w="9525">
            <a:solidFill>
              <a:srgbClr val="E1F4F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0" name="Image 32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4201122" y="4394659"/>
            <a:ext cx="342536" cy="386264"/>
          </a:xfrm>
          <a:prstGeom prst="rect">
            <a:avLst/>
          </a:prstGeom>
        </p:spPr>
      </p:pic>
      <p:sp>
        <p:nvSpPr>
          <p:cNvPr id="81" name="Text 46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631114" y="4508395"/>
            <a:ext cx="1476407" cy="29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941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9882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9823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9976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4970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99645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49586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99527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852"/>
              </a:lnSpc>
              <a:buNone/>
            </a:pPr>
            <a:r>
              <a:rPr lang="en-US" sz="800">
                <a:solidFill>
                  <a:srgbClr val="849EC3"/>
                </a:solidFill>
                <a:latin typeface="Aptos"/>
                <a:ea typeface="Aptos" pitchFamily="34" charset="-122"/>
                <a:cs typeface="Aptos" pitchFamily="34" charset="-120"/>
              </a:rPr>
              <a:t>All three states supported</a:t>
            </a:r>
            <a:endParaRPr lang="en-US" sz="800">
              <a:latin typeface="Aptos"/>
              <a:ea typeface="Calibri"/>
              <a:cs typeface="Calibri"/>
            </a:endParaRPr>
          </a:p>
          <a:p>
            <a:pPr marL="0" indent="0" algn="l">
              <a:lnSpc>
                <a:spcPts val="852"/>
              </a:lnSpc>
              <a:buNone/>
            </a:pPr>
            <a:r>
              <a:rPr lang="en-US" sz="800">
                <a:solidFill>
                  <a:srgbClr val="849EC3"/>
                </a:solidFill>
                <a:latin typeface="Aptos"/>
                <a:ea typeface="Aptos" pitchFamily="34" charset="-122"/>
                <a:cs typeface="Aptos" pitchFamily="34" charset="-120"/>
              </a:rPr>
              <a:t>and visible in Ul &amp; reports</a:t>
            </a:r>
            <a:endParaRPr lang="en-US" sz="800">
              <a:latin typeface="Aptos"/>
              <a:ea typeface="Calibri"/>
              <a:cs typeface="Calibri"/>
            </a:endParaRPr>
          </a:p>
        </p:txBody>
      </p:sp>
      <p:sp>
        <p:nvSpPr>
          <p:cNvPr id="82" name="Text 47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638402" y="4350932"/>
            <a:ext cx="1027607" cy="138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941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9882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9823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9976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4970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99645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49586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99527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803"/>
              </a:lnSpc>
              <a:buNone/>
            </a:pPr>
            <a:r>
              <a:rPr lang="en-US" sz="900">
                <a:solidFill>
                  <a:srgbClr val="566FB7"/>
                </a:solidFill>
                <a:latin typeface="Aptos"/>
                <a:ea typeface="Aptos" pitchFamily="34" charset="-122"/>
                <a:cs typeface="Aptos" pitchFamily="34" charset="-120"/>
              </a:rPr>
              <a:t>Pass/Fail/Unknown</a:t>
            </a:r>
            <a:endParaRPr lang="en-US" sz="900">
              <a:latin typeface="Aptos"/>
              <a:ea typeface="Calibri"/>
              <a:cs typeface="Calibri"/>
            </a:endParaRPr>
          </a:p>
        </p:txBody>
      </p:sp>
      <p:sp>
        <p:nvSpPr>
          <p:cNvPr id="83" name="Shape 48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087605" y="4278052"/>
            <a:ext cx="1960470" cy="612191"/>
          </a:xfrm>
          <a:prstGeom prst="roundRect">
            <a:avLst>
              <a:gd name="adj" fmla="val 9226"/>
            </a:avLst>
          </a:prstGeom>
          <a:solidFill>
            <a:srgbClr val="E9EBFD"/>
          </a:solidFill>
          <a:ln w="9525">
            <a:solidFill>
              <a:srgbClr val="E7EEF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4" name="Image 33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3763843" y="4569571"/>
            <a:ext cx="218640" cy="218640"/>
          </a:xfrm>
          <a:prstGeom prst="rect">
            <a:avLst/>
          </a:prstGeom>
        </p:spPr>
      </p:pic>
      <p:pic>
        <p:nvPicPr>
          <p:cNvPr id="85" name="Image 34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2167773" y="4394659"/>
            <a:ext cx="400840" cy="408128"/>
          </a:xfrm>
          <a:prstGeom prst="rect">
            <a:avLst/>
          </a:prstGeom>
        </p:spPr>
      </p:pic>
      <p:sp>
        <p:nvSpPr>
          <p:cNvPr id="86" name="Text 49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656068" y="4595851"/>
            <a:ext cx="1538479" cy="13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941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9882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9823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9976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4970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99645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49586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99527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731"/>
              </a:lnSpc>
            </a:pPr>
            <a:r>
              <a:rPr lang="en-US" sz="900">
                <a:solidFill>
                  <a:srgbClr val="A18DD6"/>
                </a:solidFill>
                <a:latin typeface="Aptos"/>
                <a:ea typeface="Aptos" pitchFamily="34" charset="-122"/>
                <a:cs typeface="Aptos" pitchFamily="34" charset="-120"/>
              </a:rPr>
              <a:t>No unverified latency </a:t>
            </a:r>
            <a:endParaRPr lang="en-US" sz="900">
              <a:solidFill>
                <a:srgbClr val="000000"/>
              </a:solidFill>
              <a:latin typeface="Aptos"/>
              <a:ea typeface="Calibri"/>
              <a:cs typeface="Calibri"/>
            </a:endParaRPr>
          </a:p>
          <a:p>
            <a:pPr marL="0" indent="0" algn="l">
              <a:lnSpc>
                <a:spcPts val="731"/>
              </a:lnSpc>
              <a:buNone/>
            </a:pPr>
            <a:r>
              <a:rPr lang="en-US" sz="900">
                <a:solidFill>
                  <a:srgbClr val="A18DD6"/>
                </a:solidFill>
                <a:latin typeface="Aptos"/>
                <a:ea typeface="Aptos" pitchFamily="34" charset="-122"/>
                <a:cs typeface="Aptos" pitchFamily="34" charset="-120"/>
              </a:rPr>
              <a:t>claims</a:t>
            </a:r>
            <a:endParaRPr lang="en-US" sz="900">
              <a:latin typeface="Aptos"/>
              <a:ea typeface="Calibri"/>
              <a:cs typeface="Calibri"/>
            </a:endParaRPr>
          </a:p>
        </p:txBody>
      </p:sp>
      <p:sp>
        <p:nvSpPr>
          <p:cNvPr id="87" name="Text 5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656068" y="4416524"/>
            <a:ext cx="1616207" cy="107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941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9882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9823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9976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4970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99645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49586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99527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901"/>
              </a:lnSpc>
              <a:buNone/>
            </a:pPr>
            <a:r>
              <a:rPr lang="en-US" sz="900" b="1">
                <a:solidFill>
                  <a:srgbClr val="8563D4"/>
                </a:solidFill>
                <a:latin typeface="Aptos"/>
                <a:ea typeface="Aptos" pitchFamily="34" charset="-122"/>
                <a:cs typeface="Aptos" pitchFamily="34" charset="-120"/>
              </a:rPr>
              <a:t>Al path: measured locally</a:t>
            </a:r>
            <a:endParaRPr lang="en-US" sz="900">
              <a:latin typeface="Aptos"/>
              <a:ea typeface="Calibri"/>
              <a:cs typeface="Calibri"/>
            </a:endParaRPr>
          </a:p>
        </p:txBody>
      </p:sp>
      <p:sp>
        <p:nvSpPr>
          <p:cNvPr id="88" name="Shape 5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36455" y="4278052"/>
            <a:ext cx="1800134" cy="619479"/>
          </a:xfrm>
          <a:prstGeom prst="roundRect">
            <a:avLst>
              <a:gd name="adj" fmla="val 11765"/>
            </a:avLst>
          </a:prstGeom>
          <a:solidFill>
            <a:srgbClr val="E1F4F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9" name="Image 35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345775" y="4416523"/>
            <a:ext cx="429991" cy="327960"/>
          </a:xfrm>
          <a:prstGeom prst="rect">
            <a:avLst/>
          </a:prstGeom>
        </p:spPr>
      </p:pic>
      <p:sp>
        <p:nvSpPr>
          <p:cNvPr id="90" name="Text 5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85086" y="4678891"/>
            <a:ext cx="1420111" cy="103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941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9882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9823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9976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4970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99645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49586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99527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803"/>
              </a:lnSpc>
              <a:buNone/>
            </a:pPr>
            <a:r>
              <a:rPr lang="en-US" sz="900">
                <a:solidFill>
                  <a:srgbClr val="819AC2"/>
                </a:solidFill>
                <a:latin typeface="Aptos"/>
                <a:ea typeface="Aptos" pitchFamily="34" charset="-122"/>
                <a:cs typeface="Aptos" pitchFamily="34" charset="-120"/>
              </a:rPr>
              <a:t>Deterministic path</a:t>
            </a:r>
            <a:endParaRPr lang="en-US" sz="900">
              <a:latin typeface="Aptos"/>
              <a:ea typeface="Calibri"/>
              <a:cs typeface="Calibri"/>
            </a:endParaRPr>
          </a:p>
        </p:txBody>
      </p:sp>
      <p:sp>
        <p:nvSpPr>
          <p:cNvPr id="91" name="Text 53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77798" y="4350931"/>
            <a:ext cx="1013031" cy="306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941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9882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9823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9976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4970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99645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49586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99527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67"/>
              </a:lnSpc>
              <a:buNone/>
            </a:pPr>
            <a:r>
              <a:rPr lang="en-US" sz="900" b="1">
                <a:solidFill>
                  <a:srgbClr val="546BB6"/>
                </a:solidFill>
                <a:latin typeface="Aptos"/>
                <a:ea typeface="Aptos" pitchFamily="34" charset="-122"/>
                <a:cs typeface="Aptos" pitchFamily="34" charset="-120"/>
              </a:rPr>
              <a:t>2,000-line config</a:t>
            </a:r>
            <a:endParaRPr lang="en-US" sz="900">
              <a:latin typeface="Aptos"/>
              <a:ea typeface="Calibri"/>
              <a:cs typeface="Calibri"/>
            </a:endParaRPr>
          </a:p>
          <a:p>
            <a:pPr marL="0" indent="0" algn="l">
              <a:lnSpc>
                <a:spcPts val="1067"/>
              </a:lnSpc>
              <a:buNone/>
            </a:pPr>
            <a:r>
              <a:rPr lang="en-US" sz="900" b="1">
                <a:solidFill>
                  <a:srgbClr val="546BB6"/>
                </a:solidFill>
                <a:latin typeface="Aptos"/>
                <a:ea typeface="Aptos" pitchFamily="34" charset="-122"/>
                <a:cs typeface="Aptos" pitchFamily="34" charset="-120"/>
              </a:rPr>
              <a:t>target &lt; 5 seconds</a:t>
            </a:r>
            <a:endParaRPr lang="en-US" sz="900">
              <a:latin typeface="Aptos"/>
              <a:ea typeface="Calibri"/>
              <a:cs typeface="Calibri"/>
            </a:endParaRPr>
          </a:p>
        </p:txBody>
      </p:sp>
      <p:sp>
        <p:nvSpPr>
          <p:cNvPr id="92" name="Shape 54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575900" y="1705391"/>
            <a:ext cx="1027607" cy="2485205"/>
          </a:xfrm>
          <a:prstGeom prst="roundRect">
            <a:avLst>
              <a:gd name="adj" fmla="val 4965"/>
            </a:avLst>
          </a:prstGeom>
          <a:solidFill>
            <a:srgbClr val="E5F5FD"/>
          </a:solidFill>
          <a:ln w="9525">
            <a:solidFill>
              <a:srgbClr val="D9F2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3" name="Image 36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2663356" y="3833484"/>
            <a:ext cx="58304" cy="58304"/>
          </a:xfrm>
          <a:prstGeom prst="rect">
            <a:avLst/>
          </a:prstGeom>
        </p:spPr>
      </p:pic>
      <p:pic>
        <p:nvPicPr>
          <p:cNvPr id="94" name="Image 37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2663356" y="3527389"/>
            <a:ext cx="58304" cy="65592"/>
          </a:xfrm>
          <a:prstGeom prst="rect">
            <a:avLst/>
          </a:prstGeom>
        </p:spPr>
      </p:pic>
      <p:pic>
        <p:nvPicPr>
          <p:cNvPr id="95" name="Image 38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2663356" y="3228581"/>
            <a:ext cx="58304" cy="58304"/>
          </a:xfrm>
          <a:prstGeom prst="rect">
            <a:avLst/>
          </a:prstGeom>
        </p:spPr>
      </p:pic>
      <p:pic>
        <p:nvPicPr>
          <p:cNvPr id="96" name="Image 39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2845556" y="2412326"/>
            <a:ext cx="495583" cy="685071"/>
          </a:xfrm>
          <a:prstGeom prst="rect">
            <a:avLst/>
          </a:prstGeom>
        </p:spPr>
      </p:pic>
      <p:pic>
        <p:nvPicPr>
          <p:cNvPr id="97" name="Image 4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2969452" y="1588782"/>
            <a:ext cx="255080" cy="247792"/>
          </a:xfrm>
          <a:prstGeom prst="rect">
            <a:avLst/>
          </a:prstGeom>
        </p:spPr>
      </p:pic>
      <p:sp>
        <p:nvSpPr>
          <p:cNvPr id="98" name="Text 55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049620" y="1632510"/>
            <a:ext cx="94744" cy="14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941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9882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9823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9976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4970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99645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49586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99527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861"/>
              </a:lnSpc>
              <a:buNone/>
            </a:pPr>
            <a:r>
              <a:rPr lang="en-US" sz="1262">
                <a:solidFill>
                  <a:srgbClr val="BEE1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62"/>
          </a:p>
        </p:txBody>
      </p:sp>
      <p:sp>
        <p:nvSpPr>
          <p:cNvPr id="99" name="Text 56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782836" y="3469084"/>
            <a:ext cx="1100519" cy="597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941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9882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9823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9976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4970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99645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49586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99527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94"/>
              </a:lnSpc>
              <a:buNone/>
            </a:pPr>
            <a:r>
              <a:rPr lang="en-US" sz="900">
                <a:solidFill>
                  <a:srgbClr val="7B90B0"/>
                </a:solidFill>
                <a:latin typeface="Aptos"/>
                <a:ea typeface="Aptos" pitchFamily="34" charset="-122"/>
                <a:cs typeface="Aptos" pitchFamily="34" charset="-120"/>
              </a:rPr>
              <a:t>Vendor-neutral</a:t>
            </a:r>
            <a:endParaRPr lang="en-US" sz="900">
              <a:latin typeface="Aptos"/>
              <a:ea typeface="Calibri"/>
              <a:cs typeface="Calibri"/>
            </a:endParaRPr>
          </a:p>
          <a:p>
            <a:pPr marL="0" indent="0" algn="l">
              <a:lnSpc>
                <a:spcPts val="1094"/>
              </a:lnSpc>
              <a:buNone/>
            </a:pPr>
            <a:r>
              <a:rPr lang="en-US" sz="900">
                <a:solidFill>
                  <a:srgbClr val="7B90B0"/>
                </a:solidFill>
                <a:latin typeface="Aptos"/>
                <a:ea typeface="Aptos" pitchFamily="34" charset="-122"/>
                <a:cs typeface="Aptos" pitchFamily="34" charset="-120"/>
              </a:rPr>
              <a:t>representation</a:t>
            </a:r>
            <a:endParaRPr lang="en-US" sz="900">
              <a:latin typeface="Aptos"/>
              <a:ea typeface="Calibri"/>
              <a:cs typeface="Calibri"/>
            </a:endParaRPr>
          </a:p>
          <a:p>
            <a:pPr marL="0" indent="0" algn="l">
              <a:lnSpc>
                <a:spcPts val="1094"/>
              </a:lnSpc>
              <a:buNone/>
            </a:pPr>
            <a:r>
              <a:rPr lang="en-US" sz="900">
                <a:solidFill>
                  <a:srgbClr val="7B90B0"/>
                </a:solidFill>
                <a:latin typeface="Aptos"/>
                <a:ea typeface="Aptos" pitchFamily="34" charset="-122"/>
                <a:cs typeface="Aptos" pitchFamily="34" charset="-120"/>
              </a:rPr>
              <a:t>Enables multi-</a:t>
            </a:r>
            <a:endParaRPr lang="en-US" sz="900">
              <a:latin typeface="Aptos"/>
              <a:ea typeface="Calibri"/>
              <a:cs typeface="Calibri"/>
            </a:endParaRPr>
          </a:p>
          <a:p>
            <a:pPr marL="0" indent="0" algn="l">
              <a:lnSpc>
                <a:spcPts val="1094"/>
              </a:lnSpc>
              <a:buNone/>
            </a:pPr>
            <a:r>
              <a:rPr lang="en-US" sz="900">
                <a:solidFill>
                  <a:srgbClr val="7B90B0"/>
                </a:solidFill>
                <a:latin typeface="Aptos"/>
                <a:ea typeface="Aptos" pitchFamily="34" charset="-122"/>
                <a:cs typeface="Aptos" pitchFamily="34" charset="-120"/>
              </a:rPr>
              <a:t>framework audit</a:t>
            </a:r>
            <a:endParaRPr lang="en-US" sz="900">
              <a:latin typeface="Aptos"/>
              <a:ea typeface="Calibri"/>
              <a:cs typeface="Calibri"/>
            </a:endParaRPr>
          </a:p>
        </p:txBody>
      </p:sp>
      <p:sp>
        <p:nvSpPr>
          <p:cNvPr id="100" name="Text 57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792996" y="3162989"/>
            <a:ext cx="741183" cy="30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941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9882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9823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9976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4970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99645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49586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99527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05"/>
              </a:lnSpc>
              <a:buNone/>
            </a:pPr>
            <a:r>
              <a:rPr lang="en-US" sz="900">
                <a:solidFill>
                  <a:srgbClr val="758AAB"/>
                </a:solidFill>
                <a:latin typeface="Aptos"/>
                <a:ea typeface="Aptos" pitchFamily="34" charset="-122"/>
                <a:cs typeface="Aptos" pitchFamily="34" charset="-120"/>
              </a:rPr>
              <a:t>Unified data</a:t>
            </a:r>
            <a:endParaRPr lang="en-US" sz="900">
              <a:latin typeface="Aptos"/>
              <a:ea typeface="Calibri"/>
              <a:cs typeface="Calibri"/>
            </a:endParaRPr>
          </a:p>
          <a:p>
            <a:pPr marL="0" indent="0" algn="l">
              <a:lnSpc>
                <a:spcPts val="1005"/>
              </a:lnSpc>
              <a:buNone/>
            </a:pPr>
            <a:r>
              <a:rPr lang="en-US" sz="900">
                <a:solidFill>
                  <a:srgbClr val="758AAB"/>
                </a:solidFill>
                <a:latin typeface="Aptos"/>
                <a:ea typeface="Aptos" pitchFamily="34" charset="-122"/>
                <a:cs typeface="Aptos" pitchFamily="34" charset="-120"/>
              </a:rPr>
              <a:t>structure</a:t>
            </a:r>
            <a:endParaRPr lang="en-US" sz="900">
              <a:latin typeface="Aptos"/>
              <a:ea typeface="Calibri"/>
              <a:cs typeface="Calibri"/>
            </a:endParaRPr>
          </a:p>
        </p:txBody>
      </p:sp>
      <p:sp>
        <p:nvSpPr>
          <p:cNvPr id="101" name="Text 58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663356" y="1880303"/>
            <a:ext cx="874559" cy="488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941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9882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9823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9976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4970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99645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49586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99527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150"/>
              </a:lnSpc>
              <a:buNone/>
            </a:pPr>
            <a:r>
              <a:rPr lang="en-US" sz="940" b="1">
                <a:solidFill>
                  <a:srgbClr val="465EA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Common</a:t>
            </a:r>
            <a:endParaRPr lang="en-US" sz="940"/>
          </a:p>
          <a:p>
            <a:pPr marL="0" indent="0" algn="ctr">
              <a:lnSpc>
                <a:spcPts val="1150"/>
              </a:lnSpc>
              <a:buNone/>
            </a:pPr>
            <a:r>
              <a:rPr lang="en-US" sz="940" b="1">
                <a:solidFill>
                  <a:srgbClr val="465EA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Model</a:t>
            </a:r>
            <a:endParaRPr lang="en-US" sz="940"/>
          </a:p>
          <a:p>
            <a:pPr marL="0" indent="0" algn="ctr">
              <a:lnSpc>
                <a:spcPts val="1150"/>
              </a:lnSpc>
              <a:buNone/>
            </a:pPr>
            <a:r>
              <a:rPr lang="en-US" sz="940" b="1">
                <a:solidFill>
                  <a:srgbClr val="465EA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(CSM)</a:t>
            </a:r>
            <a:endParaRPr lang="en-US" sz="940"/>
          </a:p>
        </p:txBody>
      </p:sp>
      <p:sp>
        <p:nvSpPr>
          <p:cNvPr id="102" name="Shape 59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20602" y="1705391"/>
            <a:ext cx="1027607" cy="2485205"/>
          </a:xfrm>
          <a:prstGeom prst="roundRect">
            <a:avLst>
              <a:gd name="adj" fmla="val 4965"/>
            </a:avLst>
          </a:prstGeom>
          <a:solidFill>
            <a:srgbClr val="E9F6FD"/>
          </a:solidFill>
          <a:ln w="9525">
            <a:solidFill>
              <a:srgbClr val="D6F1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3" name="Image 41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4973650" y="3775180"/>
            <a:ext cx="240504" cy="247792"/>
          </a:xfrm>
          <a:prstGeom prst="rect">
            <a:avLst/>
          </a:prstGeom>
        </p:spPr>
      </p:pic>
      <p:pic>
        <p:nvPicPr>
          <p:cNvPr id="104" name="Image 42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4966361" y="3476372"/>
            <a:ext cx="247792" cy="247792"/>
          </a:xfrm>
          <a:prstGeom prst="rect">
            <a:avLst/>
          </a:prstGeom>
        </p:spPr>
      </p:pic>
      <p:pic>
        <p:nvPicPr>
          <p:cNvPr id="105" name="Image 43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4973650" y="3177565"/>
            <a:ext cx="240504" cy="247792"/>
          </a:xfrm>
          <a:prstGeom prst="rect">
            <a:avLst/>
          </a:prstGeom>
        </p:spPr>
      </p:pic>
      <p:pic>
        <p:nvPicPr>
          <p:cNvPr id="106" name="Image 44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4995514" y="2434190"/>
            <a:ext cx="677783" cy="626767"/>
          </a:xfrm>
          <a:prstGeom prst="rect">
            <a:avLst/>
          </a:prstGeom>
        </p:spPr>
      </p:pic>
      <p:sp>
        <p:nvSpPr>
          <p:cNvPr id="107" name="Text 6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279745" y="3826196"/>
            <a:ext cx="481007" cy="123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941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9882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9823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9976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4970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99645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49586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99527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730"/>
              </a:lnSpc>
              <a:buNone/>
            </a:pPr>
            <a:r>
              <a:rPr lang="en-US" sz="900">
                <a:solidFill>
                  <a:srgbClr val="71829E"/>
                </a:solidFill>
                <a:latin typeface="Aptos"/>
                <a:ea typeface="Aptos" pitchFamily="34" charset="-122"/>
                <a:cs typeface="Aptos" pitchFamily="34" charset="-120"/>
              </a:rPr>
              <a:t>Unknown</a:t>
            </a:r>
            <a:endParaRPr lang="en-US" sz="900">
              <a:latin typeface="Aptos"/>
              <a:ea typeface="Calibri"/>
              <a:cs typeface="Calibri"/>
            </a:endParaRPr>
          </a:p>
        </p:txBody>
      </p:sp>
      <p:sp>
        <p:nvSpPr>
          <p:cNvPr id="108" name="Text 6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39241" y="3818908"/>
            <a:ext cx="102032" cy="160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941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9882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9823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9976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4970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99645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49586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99527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940"/>
              </a:lnSpc>
              <a:buNone/>
            </a:pPr>
            <a:r>
              <a:rPr lang="en-US" sz="1401">
                <a:solidFill>
                  <a:srgbClr val="FDEA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?</a:t>
            </a:r>
            <a:endParaRPr lang="en-US" sz="1401"/>
          </a:p>
        </p:txBody>
      </p:sp>
      <p:sp>
        <p:nvSpPr>
          <p:cNvPr id="109" name="Text 6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279745" y="3520101"/>
            <a:ext cx="189488" cy="123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941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9882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9823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9976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4970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99645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49586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99527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731"/>
              </a:lnSpc>
              <a:buNone/>
            </a:pPr>
            <a:r>
              <a:rPr lang="en-US" sz="900" b="1">
                <a:solidFill>
                  <a:srgbClr val="70809E"/>
                </a:solidFill>
                <a:latin typeface="Aptos"/>
                <a:ea typeface="Aptos" pitchFamily="34" charset="-122"/>
                <a:cs typeface="Aptos" pitchFamily="34" charset="-120"/>
              </a:rPr>
              <a:t>Fail</a:t>
            </a:r>
            <a:endParaRPr lang="en-US" sz="900">
              <a:latin typeface="Aptos"/>
              <a:ea typeface="Calibri"/>
              <a:cs typeface="Calibri"/>
            </a:endParaRPr>
          </a:p>
        </p:txBody>
      </p:sp>
      <p:sp>
        <p:nvSpPr>
          <p:cNvPr id="110" name="Text 63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279745" y="3221293"/>
            <a:ext cx="247792" cy="131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941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9882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9823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9976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4970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99645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49586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99527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751"/>
              </a:lnSpc>
              <a:buNone/>
            </a:pPr>
            <a:r>
              <a:rPr lang="en-US" sz="900">
                <a:solidFill>
                  <a:srgbClr val="6C7D9C"/>
                </a:solidFill>
                <a:latin typeface="Aptos"/>
                <a:ea typeface="Aptos" pitchFamily="34" charset="-122"/>
                <a:cs typeface="Aptos" pitchFamily="34" charset="-120"/>
              </a:rPr>
              <a:t>Pass</a:t>
            </a:r>
            <a:endParaRPr lang="en-US" sz="900">
              <a:latin typeface="Aptos"/>
              <a:ea typeface="Calibri"/>
              <a:cs typeface="Calibri"/>
            </a:endParaRPr>
          </a:p>
        </p:txBody>
      </p:sp>
      <p:sp>
        <p:nvSpPr>
          <p:cNvPr id="111" name="Text 64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973650" y="1880302"/>
            <a:ext cx="721511" cy="138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941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9882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9823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9976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4970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99645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49586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99527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697"/>
              </a:lnSpc>
              <a:buNone/>
            </a:pPr>
            <a:r>
              <a:rPr lang="en-US" sz="920" b="1">
                <a:solidFill>
                  <a:srgbClr val="4E65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Result</a:t>
            </a:r>
            <a:endParaRPr lang="en-US" sz="920"/>
          </a:p>
        </p:txBody>
      </p:sp>
      <p:pic>
        <p:nvPicPr>
          <p:cNvPr id="112" name="Image 45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5206865" y="1588782"/>
            <a:ext cx="255080" cy="247792"/>
          </a:xfrm>
          <a:prstGeom prst="rect">
            <a:avLst/>
          </a:prstGeom>
        </p:spPr>
      </p:pic>
      <p:sp>
        <p:nvSpPr>
          <p:cNvPr id="113" name="Text 65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294321" y="1639798"/>
            <a:ext cx="87456" cy="14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941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9882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9823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9976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4970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99645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49586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99527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861"/>
              </a:lnSpc>
              <a:buNone/>
            </a:pPr>
            <a:r>
              <a:rPr lang="en-US" sz="1148">
                <a:solidFill>
                  <a:srgbClr val="B1D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148"/>
          </a:p>
        </p:txBody>
      </p:sp>
      <p:sp>
        <p:nvSpPr>
          <p:cNvPr id="114" name="Shape 66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90963" y="1705391"/>
            <a:ext cx="1034895" cy="2485205"/>
          </a:xfrm>
          <a:prstGeom prst="roundRect">
            <a:avLst>
              <a:gd name="adj" fmla="val 4930"/>
            </a:avLst>
          </a:prstGeom>
          <a:solidFill>
            <a:srgbClr val="E5F5FD"/>
          </a:solidFill>
          <a:ln w="9525">
            <a:solidFill>
              <a:srgbClr val="DAF1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5" name="Image 46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3717459" y="3782468"/>
            <a:ext cx="58304" cy="58304"/>
          </a:xfrm>
          <a:prstGeom prst="rect">
            <a:avLst/>
          </a:prstGeom>
        </p:spPr>
      </p:pic>
      <p:pic>
        <p:nvPicPr>
          <p:cNvPr id="116" name="Image 47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3717459" y="3546380"/>
            <a:ext cx="58304" cy="58304"/>
          </a:xfrm>
          <a:prstGeom prst="rect">
            <a:avLst/>
          </a:prstGeom>
        </p:spPr>
      </p:pic>
      <p:pic>
        <p:nvPicPr>
          <p:cNvPr id="117" name="Image 48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3727619" y="3248901"/>
            <a:ext cx="58304" cy="58304"/>
          </a:xfrm>
          <a:prstGeom prst="rect">
            <a:avLst/>
          </a:prstGeom>
        </p:spPr>
      </p:pic>
      <p:pic>
        <p:nvPicPr>
          <p:cNvPr id="118" name="Image 49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3916891" y="2470630"/>
            <a:ext cx="590327" cy="568463"/>
          </a:xfrm>
          <a:prstGeom prst="rect">
            <a:avLst/>
          </a:prstGeom>
        </p:spPr>
      </p:pic>
      <p:sp>
        <p:nvSpPr>
          <p:cNvPr id="119" name="Text 67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806459" y="3741612"/>
            <a:ext cx="1257551" cy="253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941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9882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9823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9976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4970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99645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49586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99527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928"/>
              </a:lnSpc>
              <a:buNone/>
            </a:pPr>
            <a:r>
              <a:rPr lang="en-US" sz="900">
                <a:solidFill>
                  <a:srgbClr val="7B90B0"/>
                </a:solidFill>
                <a:latin typeface="Aptos"/>
                <a:ea typeface="Aptos" pitchFamily="34" charset="-122"/>
                <a:cs typeface="Aptos" pitchFamily="34" charset="-120"/>
              </a:rPr>
              <a:t>Consistent,</a:t>
            </a:r>
            <a:endParaRPr lang="en-US" sz="900">
              <a:latin typeface="Aptos"/>
              <a:ea typeface="Calibri"/>
              <a:cs typeface="Calibri"/>
            </a:endParaRPr>
          </a:p>
          <a:p>
            <a:pPr marL="0" indent="0" algn="l">
              <a:lnSpc>
                <a:spcPts val="928"/>
              </a:lnSpc>
              <a:buNone/>
            </a:pPr>
            <a:r>
              <a:rPr lang="en-US" sz="900">
                <a:solidFill>
                  <a:srgbClr val="7B90B0"/>
                </a:solidFill>
                <a:latin typeface="Aptos"/>
                <a:ea typeface="Aptos" pitchFamily="34" charset="-122"/>
                <a:cs typeface="Aptos" pitchFamily="34" charset="-120"/>
              </a:rPr>
              <a:t>repeatable results</a:t>
            </a:r>
            <a:endParaRPr lang="en-US" sz="900">
              <a:latin typeface="Aptos"/>
              <a:ea typeface="Calibri"/>
              <a:cs typeface="Calibri"/>
            </a:endParaRPr>
          </a:p>
        </p:txBody>
      </p:sp>
      <p:sp>
        <p:nvSpPr>
          <p:cNvPr id="120" name="Text 68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826779" y="3512812"/>
            <a:ext cx="965135" cy="141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941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9882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9823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9976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4970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99645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49586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99527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734"/>
              </a:lnSpc>
              <a:buNone/>
            </a:pPr>
            <a:r>
              <a:rPr lang="en-US" sz="900">
                <a:solidFill>
                  <a:srgbClr val="788FAE"/>
                </a:solidFill>
                <a:latin typeface="Aptos"/>
                <a:ea typeface="Aptos" pitchFamily="34" charset="-122"/>
                <a:cs typeface="Aptos" pitchFamily="34" charset="-120"/>
              </a:rPr>
              <a:t>CIS/NIST/STIG</a:t>
            </a:r>
            <a:endParaRPr lang="en-US" sz="900">
              <a:latin typeface="Aptos"/>
              <a:ea typeface="Calibri"/>
              <a:cs typeface="Calibri"/>
            </a:endParaRPr>
          </a:p>
        </p:txBody>
      </p:sp>
      <p:sp>
        <p:nvSpPr>
          <p:cNvPr id="121" name="Text 69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806459" y="3142669"/>
            <a:ext cx="1254679" cy="33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941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9882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9823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9976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4970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99645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49586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99527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909"/>
              </a:lnSpc>
              <a:buNone/>
            </a:pPr>
            <a:r>
              <a:rPr lang="en-US" sz="900">
                <a:solidFill>
                  <a:srgbClr val="7B91AF"/>
                </a:solidFill>
                <a:latin typeface="Aptos"/>
                <a:ea typeface="Aptos" pitchFamily="34" charset="-122"/>
                <a:cs typeface="Aptos" pitchFamily="34" charset="-120"/>
              </a:rPr>
              <a:t>Evaluate against</a:t>
            </a:r>
            <a:endParaRPr lang="en-US" sz="900">
              <a:latin typeface="Aptos"/>
              <a:ea typeface="Calibri"/>
              <a:cs typeface="Calibri"/>
            </a:endParaRPr>
          </a:p>
          <a:p>
            <a:pPr marL="0" indent="0" algn="l">
              <a:lnSpc>
                <a:spcPts val="909"/>
              </a:lnSpc>
              <a:buNone/>
            </a:pPr>
            <a:r>
              <a:rPr lang="en-US" sz="900">
                <a:solidFill>
                  <a:srgbClr val="7B91AF"/>
                </a:solidFill>
                <a:latin typeface="Aptos"/>
                <a:ea typeface="Aptos" pitchFamily="34" charset="-122"/>
                <a:cs typeface="Aptos" pitchFamily="34" charset="-120"/>
              </a:rPr>
              <a:t>security standards</a:t>
            </a:r>
            <a:endParaRPr lang="en-US" sz="900">
              <a:latin typeface="Aptos"/>
              <a:ea typeface="Calibri"/>
              <a:cs typeface="Calibri"/>
            </a:endParaRPr>
          </a:p>
        </p:txBody>
      </p:sp>
      <p:sp>
        <p:nvSpPr>
          <p:cNvPr id="122" name="Text 7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829435" y="1873014"/>
            <a:ext cx="787103" cy="34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941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9882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9823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9976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4970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99645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49586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99527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155"/>
              </a:lnSpc>
              <a:buNone/>
            </a:pPr>
            <a:r>
              <a:rPr lang="en-US" sz="946" b="1">
                <a:solidFill>
                  <a:srgbClr val="4D61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Deterministic</a:t>
            </a:r>
            <a:endParaRPr lang="en-US" sz="946"/>
          </a:p>
          <a:p>
            <a:pPr marL="0" indent="0" algn="ctr">
              <a:lnSpc>
                <a:spcPts val="1155"/>
              </a:lnSpc>
              <a:buNone/>
            </a:pPr>
            <a:r>
              <a:rPr lang="en-US" sz="946" b="1">
                <a:solidFill>
                  <a:srgbClr val="4D61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 Engine</a:t>
            </a:r>
            <a:endParaRPr lang="en-US" sz="946"/>
          </a:p>
        </p:txBody>
      </p:sp>
      <p:pic>
        <p:nvPicPr>
          <p:cNvPr id="123" name="Image 5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4682130" y="2674694"/>
            <a:ext cx="167624" cy="240504"/>
          </a:xfrm>
          <a:prstGeom prst="rect">
            <a:avLst/>
          </a:prstGeom>
        </p:spPr>
      </p:pic>
      <p:pic>
        <p:nvPicPr>
          <p:cNvPr id="124" name="Image 51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3567067" y="2674694"/>
            <a:ext cx="160336" cy="240504"/>
          </a:xfrm>
          <a:prstGeom prst="rect">
            <a:avLst/>
          </a:prstGeom>
        </p:spPr>
      </p:pic>
      <p:pic>
        <p:nvPicPr>
          <p:cNvPr id="125" name="Image 52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4084515" y="1588782"/>
            <a:ext cx="255080" cy="247792"/>
          </a:xfrm>
          <a:prstGeom prst="rect">
            <a:avLst/>
          </a:prstGeom>
        </p:spPr>
      </p:pic>
      <p:sp>
        <p:nvSpPr>
          <p:cNvPr id="126" name="Text 7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164682" y="1639799"/>
            <a:ext cx="102032" cy="138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941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9882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9823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9976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4970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99645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49586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99527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861"/>
              </a:lnSpc>
              <a:buNone/>
            </a:pPr>
            <a:r>
              <a:rPr lang="en-US" sz="1269">
                <a:solidFill>
                  <a:srgbClr val="BFE0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69"/>
          </a:p>
        </p:txBody>
      </p:sp>
      <p:sp>
        <p:nvSpPr>
          <p:cNvPr id="127" name="Shape 7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36455" y="1698103"/>
            <a:ext cx="1085911" cy="2528933"/>
          </a:xfrm>
          <a:prstGeom prst="roundRect">
            <a:avLst>
              <a:gd name="adj" fmla="val 6711"/>
            </a:avLst>
          </a:prstGeom>
          <a:solidFill>
            <a:srgbClr val="E8F6FD"/>
          </a:solidFill>
          <a:ln w="9525">
            <a:solidFill>
              <a:srgbClr val="EBF8F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8" name="Shape 73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51031" y="2397750"/>
            <a:ext cx="1020319" cy="1785558"/>
          </a:xfrm>
          <a:prstGeom prst="rect">
            <a:avLst/>
          </a:prstGeom>
          <a:solidFill>
            <a:srgbClr val="F3FAFD"/>
          </a:solidFill>
          <a:ln w="38100">
            <a:solidFill>
              <a:srgbClr val="ECF8F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29" name="Image 53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433230" y="3855348"/>
            <a:ext cx="233216" cy="240504"/>
          </a:xfrm>
          <a:prstGeom prst="rect">
            <a:avLst/>
          </a:prstGeom>
        </p:spPr>
      </p:pic>
      <p:pic>
        <p:nvPicPr>
          <p:cNvPr id="130" name="Image 54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360351" y="3563828"/>
            <a:ext cx="218640" cy="174912"/>
          </a:xfrm>
          <a:prstGeom prst="rect">
            <a:avLst/>
          </a:prstGeom>
        </p:spPr>
      </p:pic>
      <p:pic>
        <p:nvPicPr>
          <p:cNvPr id="131" name="Image 55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513399" y="3308749"/>
            <a:ext cx="109320" cy="94744"/>
          </a:xfrm>
          <a:prstGeom prst="rect">
            <a:avLst/>
          </a:prstGeom>
        </p:spPr>
      </p:pic>
      <p:pic>
        <p:nvPicPr>
          <p:cNvPr id="132" name="Image 56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433231" y="3308749"/>
            <a:ext cx="80168" cy="94744"/>
          </a:xfrm>
          <a:prstGeom prst="rect">
            <a:avLst/>
          </a:prstGeom>
        </p:spPr>
      </p:pic>
      <p:pic>
        <p:nvPicPr>
          <p:cNvPr id="133" name="Image 57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506111" y="2514357"/>
            <a:ext cx="524735" cy="160336"/>
          </a:xfrm>
          <a:prstGeom prst="rect">
            <a:avLst/>
          </a:prstGeom>
        </p:spPr>
      </p:pic>
      <p:sp>
        <p:nvSpPr>
          <p:cNvPr id="134" name="Text 74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68478" y="3913652"/>
            <a:ext cx="364400" cy="123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941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9882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9823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9976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4970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99645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49586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99527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803"/>
              </a:lnSpc>
              <a:buNone/>
            </a:pPr>
            <a:r>
              <a:rPr lang="en-US" sz="895">
                <a:solidFill>
                  <a:srgbClr val="828E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Others</a:t>
            </a:r>
            <a:endParaRPr lang="en-US" sz="895"/>
          </a:p>
        </p:txBody>
      </p:sp>
      <p:sp>
        <p:nvSpPr>
          <p:cNvPr id="135" name="Text 75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00855" y="3571116"/>
            <a:ext cx="597615" cy="189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941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9882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9823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9976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4970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99645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49586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99527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320"/>
              </a:lnSpc>
              <a:buNone/>
            </a:pPr>
            <a:r>
              <a:rPr lang="en-US" sz="1177" b="1">
                <a:solidFill>
                  <a:srgbClr val="3D3D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paloalto</a:t>
            </a:r>
            <a:endParaRPr lang="en-US" sz="1177"/>
          </a:p>
        </p:txBody>
      </p:sp>
      <p:sp>
        <p:nvSpPr>
          <p:cNvPr id="136" name="Text 76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30007" y="3286884"/>
            <a:ext cx="481007" cy="131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941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9882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9823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9976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4970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99645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49586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99527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581"/>
              </a:lnSpc>
              <a:buNone/>
            </a:pPr>
            <a:r>
              <a:rPr lang="en-US" sz="1022">
                <a:solidFill>
                  <a:srgbClr val="4D4D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RTINET</a:t>
            </a:r>
            <a:endParaRPr lang="en-US" sz="1022"/>
          </a:p>
        </p:txBody>
      </p:sp>
      <p:sp>
        <p:nvSpPr>
          <p:cNvPr id="137" name="Text 77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75766" y="3111973"/>
            <a:ext cx="276944" cy="51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941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9882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9823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9976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4970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99645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49586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99527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324"/>
              </a:lnSpc>
              <a:buNone/>
            </a:pPr>
            <a:r>
              <a:rPr lang="en-US" sz="389">
                <a:solidFill>
                  <a:srgbClr val="9899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ACTWOMS</a:t>
            </a:r>
            <a:endParaRPr lang="en-US" sz="389"/>
          </a:p>
        </p:txBody>
      </p:sp>
      <p:sp>
        <p:nvSpPr>
          <p:cNvPr id="138" name="Text 78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40519" y="2922485"/>
            <a:ext cx="655919" cy="189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941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9882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9823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9976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4970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99645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49586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99527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320"/>
              </a:lnSpc>
              <a:buNone/>
            </a:pPr>
            <a:r>
              <a:rPr lang="en-US" sz="1343">
                <a:solidFill>
                  <a:srgbClr val="424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Juniper</a:t>
            </a:r>
            <a:endParaRPr lang="en-US" sz="1343"/>
          </a:p>
        </p:txBody>
      </p:sp>
      <p:sp>
        <p:nvSpPr>
          <p:cNvPr id="139" name="Text 79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42551" y="2681981"/>
            <a:ext cx="459143" cy="131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941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9882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9823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9976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4970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99645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49586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99527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861"/>
              </a:lnSpc>
              <a:buNone/>
            </a:pPr>
            <a:r>
              <a:rPr lang="en-US" sz="1067" b="1">
                <a:solidFill>
                  <a:srgbClr val="4095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CISCO</a:t>
            </a:r>
            <a:endParaRPr lang="en-US" sz="1067"/>
          </a:p>
        </p:txBody>
      </p:sp>
      <p:pic>
        <p:nvPicPr>
          <p:cNvPr id="140" name="Image 58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681023" y="1588782"/>
            <a:ext cx="255080" cy="247792"/>
          </a:xfrm>
          <a:prstGeom prst="rect">
            <a:avLst/>
          </a:prstGeom>
        </p:spPr>
      </p:pic>
      <p:sp>
        <p:nvSpPr>
          <p:cNvPr id="141" name="Text 8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68479" y="1639798"/>
            <a:ext cx="80168" cy="14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941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9882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9823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9976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4970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99645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49586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99527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756"/>
              </a:lnSpc>
              <a:buNone/>
            </a:pPr>
            <a:r>
              <a:rPr lang="en-US" sz="1101">
                <a:solidFill>
                  <a:srgbClr val="90C9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1"/>
          </a:p>
        </p:txBody>
      </p:sp>
      <p:sp>
        <p:nvSpPr>
          <p:cNvPr id="142" name="Text 8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5023" y="2026278"/>
            <a:ext cx="1241431" cy="369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941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9882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9823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9976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4970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99645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49586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99527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014"/>
              </a:lnSpc>
              <a:buNone/>
            </a:pPr>
            <a:r>
              <a:rPr lang="en-US" sz="900">
                <a:solidFill>
                  <a:srgbClr val="768CAF"/>
                </a:solidFill>
                <a:latin typeface="Aptos"/>
                <a:ea typeface="Aptos" pitchFamily="34" charset="-122"/>
                <a:cs typeface="Aptos" pitchFamily="34" charset="-120"/>
              </a:rPr>
              <a:t>Multi-vendor</a:t>
            </a:r>
            <a:endParaRPr lang="en-US" sz="900">
              <a:latin typeface="Aptos"/>
              <a:ea typeface="Calibri"/>
              <a:cs typeface="Calibri"/>
            </a:endParaRPr>
          </a:p>
          <a:p>
            <a:pPr marL="0" indent="0" algn="ctr">
              <a:lnSpc>
                <a:spcPts val="1014"/>
              </a:lnSpc>
              <a:buNone/>
            </a:pPr>
            <a:r>
              <a:rPr lang="en-US" sz="900">
                <a:solidFill>
                  <a:srgbClr val="768CAF"/>
                </a:solidFill>
                <a:latin typeface="Aptos"/>
                <a:ea typeface="Aptos" pitchFamily="34" charset="-122"/>
                <a:cs typeface="Aptos" pitchFamily="34" charset="-120"/>
              </a:rPr>
              <a:t>network devices</a:t>
            </a:r>
            <a:endParaRPr lang="en-US" sz="900">
              <a:latin typeface="Aptos"/>
              <a:ea typeface="Calibri"/>
              <a:cs typeface="Calibri"/>
            </a:endParaRPr>
          </a:p>
        </p:txBody>
      </p:sp>
      <p:sp>
        <p:nvSpPr>
          <p:cNvPr id="143" name="Text 8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351" y="1887590"/>
            <a:ext cx="830831" cy="153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941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9882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9823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9976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4970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99645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49586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99527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945"/>
              </a:lnSpc>
              <a:buNone/>
            </a:pPr>
            <a:r>
              <a:rPr lang="en-US" sz="919" b="1">
                <a:solidFill>
                  <a:srgbClr val="4F65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Vendor Config</a:t>
            </a:r>
            <a:endParaRPr lang="en-US" sz="919"/>
          </a:p>
        </p:txBody>
      </p:sp>
      <p:sp>
        <p:nvSpPr>
          <p:cNvPr id="144" name="Shape 83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09821" y="1705391"/>
            <a:ext cx="1078623" cy="2485205"/>
          </a:xfrm>
          <a:prstGeom prst="roundRect">
            <a:avLst>
              <a:gd name="adj" fmla="val 4730"/>
            </a:avLst>
          </a:prstGeom>
          <a:solidFill>
            <a:srgbClr val="E6F5FD"/>
          </a:solidFill>
          <a:ln w="9525">
            <a:solidFill>
              <a:srgbClr val="D9F1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45" name="Image 59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1526429" y="3767892"/>
            <a:ext cx="58304" cy="58304"/>
          </a:xfrm>
          <a:prstGeom prst="rect">
            <a:avLst/>
          </a:prstGeom>
        </p:spPr>
      </p:pic>
      <p:pic>
        <p:nvPicPr>
          <p:cNvPr id="146" name="Image 6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1526429" y="3447221"/>
            <a:ext cx="58304" cy="65592"/>
          </a:xfrm>
          <a:prstGeom prst="rect">
            <a:avLst/>
          </a:prstGeom>
        </p:spPr>
      </p:pic>
      <p:pic>
        <p:nvPicPr>
          <p:cNvPr id="147" name="Image 61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1526429" y="3228581"/>
            <a:ext cx="58304" cy="58304"/>
          </a:xfrm>
          <a:prstGeom prst="rect">
            <a:avLst/>
          </a:prstGeom>
        </p:spPr>
      </p:pic>
      <p:pic>
        <p:nvPicPr>
          <p:cNvPr id="148" name="Image 62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1708629" y="2572662"/>
            <a:ext cx="524735" cy="495583"/>
          </a:xfrm>
          <a:prstGeom prst="rect">
            <a:avLst/>
          </a:prstGeom>
        </p:spPr>
      </p:pic>
      <p:pic>
        <p:nvPicPr>
          <p:cNvPr id="149" name="Image 63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1825237" y="1588782"/>
            <a:ext cx="255080" cy="247792"/>
          </a:xfrm>
          <a:prstGeom prst="rect">
            <a:avLst/>
          </a:prstGeom>
        </p:spPr>
      </p:pic>
      <p:sp>
        <p:nvSpPr>
          <p:cNvPr id="150" name="Text 84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905405" y="1639799"/>
            <a:ext cx="94744" cy="138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941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9882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9823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9976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4970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99645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49586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99527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860"/>
              </a:lnSpc>
              <a:buNone/>
            </a:pPr>
            <a:r>
              <a:rPr lang="en-US" sz="1301">
                <a:solidFill>
                  <a:srgbClr val="A9D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1"/>
          </a:p>
        </p:txBody>
      </p:sp>
      <p:sp>
        <p:nvSpPr>
          <p:cNvPr id="151" name="Text 85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35750" y="3396205"/>
            <a:ext cx="1014823" cy="571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941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9882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9823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9976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4970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99645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49586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99527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39"/>
              </a:lnSpc>
              <a:buNone/>
            </a:pPr>
            <a:r>
              <a:rPr lang="en-US" sz="900">
                <a:solidFill>
                  <a:srgbClr val="7C90B0"/>
                </a:solidFill>
                <a:latin typeface="Aptos"/>
                <a:ea typeface="Aptos" pitchFamily="34" charset="-122"/>
                <a:cs typeface="Aptos" pitchFamily="34" charset="-120"/>
              </a:rPr>
              <a:t>Structure</a:t>
            </a:r>
            <a:endParaRPr lang="en-US" sz="900">
              <a:latin typeface="Aptos"/>
              <a:ea typeface="Calibri"/>
              <a:cs typeface="Calibri"/>
            </a:endParaRPr>
          </a:p>
          <a:p>
            <a:pPr>
              <a:lnSpc>
                <a:spcPts val="1039"/>
              </a:lnSpc>
            </a:pPr>
            <a:r>
              <a:rPr lang="en-US" sz="900">
                <a:solidFill>
                  <a:srgbClr val="7C90B0"/>
                </a:solidFill>
                <a:latin typeface="Aptos"/>
                <a:ea typeface="Aptos" pitchFamily="34" charset="-122"/>
                <a:cs typeface="Aptos" pitchFamily="34" charset="-120"/>
              </a:rPr>
              <a:t>Normalization</a:t>
            </a:r>
          </a:p>
          <a:p>
            <a:pPr marL="0" indent="0" algn="l">
              <a:lnSpc>
                <a:spcPts val="1039"/>
              </a:lnSpc>
              <a:buNone/>
            </a:pPr>
            <a:endParaRPr lang="en-US" sz="900">
              <a:solidFill>
                <a:srgbClr val="7C90B0"/>
              </a:solidFill>
              <a:latin typeface="Aptos"/>
              <a:ea typeface="Aptos" pitchFamily="34" charset="-122"/>
              <a:cs typeface="Aptos" pitchFamily="34" charset="-120"/>
            </a:endParaRPr>
          </a:p>
          <a:p>
            <a:pPr>
              <a:lnSpc>
                <a:spcPts val="1039"/>
              </a:lnSpc>
            </a:pPr>
            <a:r>
              <a:rPr lang="en-US" sz="900">
                <a:solidFill>
                  <a:srgbClr val="7C90B0"/>
                </a:solidFill>
                <a:latin typeface="Aptos"/>
                <a:ea typeface="Calibri"/>
                <a:cs typeface="Calibri"/>
              </a:rPr>
              <a:t>Unmapped lines</a:t>
            </a:r>
            <a:endParaRPr lang="en-US" sz="900">
              <a:latin typeface="Aptos"/>
              <a:ea typeface="Calibri"/>
              <a:cs typeface="Calibri"/>
            </a:endParaRPr>
          </a:p>
          <a:p>
            <a:pPr>
              <a:lnSpc>
                <a:spcPts val="1039"/>
              </a:lnSpc>
            </a:pPr>
            <a:r>
              <a:rPr lang="en-US" sz="900">
                <a:solidFill>
                  <a:srgbClr val="7C90B0"/>
                </a:solidFill>
                <a:latin typeface="Aptos"/>
                <a:ea typeface="Calibri"/>
                <a:cs typeface="Calibri"/>
              </a:rPr>
              <a:t>to AI</a:t>
            </a:r>
            <a:endParaRPr lang="en-US" sz="900">
              <a:latin typeface="Aptos"/>
              <a:ea typeface="Calibri"/>
              <a:cs typeface="Calibri"/>
            </a:endParaRPr>
          </a:p>
        </p:txBody>
      </p:sp>
      <p:sp>
        <p:nvSpPr>
          <p:cNvPr id="152" name="Text 86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35749" y="3184853"/>
            <a:ext cx="670495" cy="131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941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9882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9823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9976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4970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99645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49586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99527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803"/>
              </a:lnSpc>
              <a:buNone/>
            </a:pPr>
            <a:r>
              <a:rPr lang="en-US" sz="800">
                <a:solidFill>
                  <a:srgbClr val="7C8FAD"/>
                </a:solidFill>
                <a:latin typeface="Aptos"/>
                <a:ea typeface="Aptos" pitchFamily="34" charset="-122"/>
                <a:cs typeface="Aptos" pitchFamily="34" charset="-120"/>
              </a:rPr>
              <a:t>Syntax parsing</a:t>
            </a:r>
            <a:endParaRPr lang="en-US" sz="800">
              <a:latin typeface="Aptos"/>
              <a:ea typeface="Calibri"/>
              <a:cs typeface="Calibri"/>
            </a:endParaRPr>
          </a:p>
        </p:txBody>
      </p:sp>
      <p:sp>
        <p:nvSpPr>
          <p:cNvPr id="153" name="Text 87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55582" y="2215550"/>
            <a:ext cx="808967" cy="313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941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9882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9823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9976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4970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99645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49586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99527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974"/>
              </a:lnSpc>
              <a:buNone/>
            </a:pPr>
            <a:r>
              <a:rPr lang="en-US" sz="821">
                <a:solidFill>
                  <a:srgbClr val="788E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Vendor-agnostic</a:t>
            </a:r>
            <a:endParaRPr lang="en-US" sz="821"/>
          </a:p>
          <a:p>
            <a:pPr marL="0" indent="0" algn="ctr">
              <a:lnSpc>
                <a:spcPts val="974"/>
              </a:lnSpc>
              <a:buNone/>
            </a:pPr>
            <a:r>
              <a:rPr lang="en-US" sz="821">
                <a:solidFill>
                  <a:srgbClr val="788E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parsing</a:t>
            </a:r>
            <a:endParaRPr lang="en-US" sz="821"/>
          </a:p>
        </p:txBody>
      </p:sp>
      <p:sp>
        <p:nvSpPr>
          <p:cNvPr id="154" name="Text 88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64901" y="1873014"/>
            <a:ext cx="597615" cy="320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941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9882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9823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9976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4970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99645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49586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99527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155"/>
              </a:lnSpc>
              <a:buNone/>
            </a:pPr>
            <a:r>
              <a:rPr lang="en-US" sz="946" b="1">
                <a:solidFill>
                  <a:srgbClr val="4A5FA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Parse &amp;</a:t>
            </a:r>
            <a:endParaRPr lang="en-US" sz="946"/>
          </a:p>
          <a:p>
            <a:pPr marL="0" indent="0" algn="ctr">
              <a:lnSpc>
                <a:spcPts val="1155"/>
              </a:lnSpc>
              <a:buNone/>
            </a:pPr>
            <a:r>
              <a:rPr lang="en-US" sz="946" b="1">
                <a:solidFill>
                  <a:srgbClr val="4A5FA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Normalize</a:t>
            </a:r>
            <a:endParaRPr lang="en-US" sz="946"/>
          </a:p>
        </p:txBody>
      </p:sp>
      <p:pic>
        <p:nvPicPr>
          <p:cNvPr id="155" name="Image 64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7"/>
          <a:stretch>
            <a:fillRect/>
          </a:stretch>
        </p:blipFill>
        <p:spPr>
          <a:xfrm>
            <a:off x="2444717" y="2674694"/>
            <a:ext cx="167624" cy="240504"/>
          </a:xfrm>
          <a:prstGeom prst="rect">
            <a:avLst/>
          </a:prstGeom>
        </p:spPr>
      </p:pic>
      <p:pic>
        <p:nvPicPr>
          <p:cNvPr id="156" name="Image 65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1285926" y="2674694"/>
            <a:ext cx="167624" cy="240504"/>
          </a:xfrm>
          <a:prstGeom prst="rect">
            <a:avLst/>
          </a:prstGeom>
        </p:spPr>
      </p:pic>
      <p:pic>
        <p:nvPicPr>
          <p:cNvPr id="157" name="Image 66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9"/>
          <a:stretch>
            <a:fillRect/>
          </a:stretch>
        </p:blipFill>
        <p:spPr>
          <a:xfrm>
            <a:off x="134423" y="932863"/>
            <a:ext cx="5793953" cy="583039"/>
          </a:xfrm>
          <a:prstGeom prst="rect">
            <a:avLst/>
          </a:prstGeom>
        </p:spPr>
      </p:pic>
      <p:pic>
        <p:nvPicPr>
          <p:cNvPr id="158" name="Image 67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70"/>
          <a:stretch>
            <a:fillRect/>
          </a:stretch>
        </p:blipFill>
        <p:spPr>
          <a:xfrm>
            <a:off x="302047" y="969304"/>
            <a:ext cx="510159" cy="517447"/>
          </a:xfrm>
          <a:prstGeom prst="rect">
            <a:avLst/>
          </a:prstGeom>
        </p:spPr>
      </p:pic>
      <p:sp>
        <p:nvSpPr>
          <p:cNvPr id="159" name="Text 89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1694" y="1253535"/>
            <a:ext cx="2281141" cy="160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941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9882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9823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9976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4970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99645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49586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99527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861"/>
              </a:lnSpc>
              <a:buNone/>
            </a:pPr>
            <a:r>
              <a:rPr lang="en-US" sz="1000">
                <a:solidFill>
                  <a:schemeClr val="bg1">
                    <a:lumMod val="9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Proven AI + Deterministic Architecture</a:t>
            </a:r>
            <a:endParaRPr lang="en-US" sz="100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60" name="Text 9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94406" y="1020319"/>
            <a:ext cx="2630964" cy="204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941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9882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9823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9976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4970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99645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49586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99527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90"/>
              </a:lnSpc>
              <a:buNone/>
            </a:pPr>
            <a:r>
              <a:rPr lang="en-US" sz="1600" b="1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FEASIBILITY</a:t>
            </a:r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161" name="Text 9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372506" y="327961"/>
            <a:ext cx="677783" cy="429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941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9882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9823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9976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4970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99645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49586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99527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187"/>
              </a:lnSpc>
              <a:buNone/>
            </a:pPr>
            <a:endParaRPr lang="en-US" sz="850" b="1">
              <a:solidFill>
                <a:srgbClr val="6487ED"/>
              </a:solidFill>
              <a:latin typeface="Aptos"/>
            </a:endParaRPr>
          </a:p>
        </p:txBody>
      </p: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E6AB8B01-EAFC-8644-5C06-47A49434C4A0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632659" y="524256"/>
            <a:ext cx="4700755" cy="160336"/>
            <a:chOff x="3632659" y="524256"/>
            <a:chExt cx="4700755" cy="160336"/>
          </a:xfrm>
        </p:grpSpPr>
        <p:sp>
          <p:nvSpPr>
            <p:cNvPr id="165" name="Text 93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451567" y="524256"/>
              <a:ext cx="881847" cy="14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699882" rtl="0" eaLnBrk="1" latinLnBrk="0" hangingPunct="1">
                <a:defRPr sz="137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9941" algn="l" defTabSz="699882" rtl="0" eaLnBrk="1" latinLnBrk="0" hangingPunct="1">
                <a:defRPr sz="137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99882" algn="l" defTabSz="699882" rtl="0" eaLnBrk="1" latinLnBrk="0" hangingPunct="1">
                <a:defRPr sz="137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49823" algn="l" defTabSz="699882" rtl="0" eaLnBrk="1" latinLnBrk="0" hangingPunct="1">
                <a:defRPr sz="137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99764" algn="l" defTabSz="699882" rtl="0" eaLnBrk="1" latinLnBrk="0" hangingPunct="1">
                <a:defRPr sz="137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49704" algn="l" defTabSz="699882" rtl="0" eaLnBrk="1" latinLnBrk="0" hangingPunct="1">
                <a:defRPr sz="137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99645" algn="l" defTabSz="699882" rtl="0" eaLnBrk="1" latinLnBrk="0" hangingPunct="1">
                <a:defRPr sz="137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49586" algn="l" defTabSz="699882" rtl="0" eaLnBrk="1" latinLnBrk="0" hangingPunct="1">
                <a:defRPr sz="137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99527" algn="l" defTabSz="699882" rtl="0" eaLnBrk="1" latinLnBrk="0" hangingPunct="1">
                <a:defRPr sz="137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746"/>
                </a:lnSpc>
                <a:buNone/>
              </a:pPr>
              <a:r>
                <a:rPr lang="en-US" sz="913">
                  <a:solidFill>
                    <a:srgbClr val="66678F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IMPACTFUL</a:t>
              </a:r>
              <a:endParaRPr lang="en-US" sz="913"/>
            </a:p>
          </p:txBody>
        </p:sp>
        <p:pic>
          <p:nvPicPr>
            <p:cNvPr id="166" name="Image 70" descr="preencoded.png"/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71"/>
            <a:stretch>
              <a:fillRect/>
            </a:stretch>
          </p:blipFill>
          <p:spPr>
            <a:xfrm>
              <a:off x="7316963" y="552196"/>
              <a:ext cx="43728" cy="51016"/>
            </a:xfrm>
            <a:prstGeom prst="rect">
              <a:avLst/>
            </a:prstGeom>
          </p:spPr>
        </p:pic>
        <p:pic>
          <p:nvPicPr>
            <p:cNvPr id="167" name="Image 71" descr="preencoded.png"/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72"/>
            <a:stretch>
              <a:fillRect/>
            </a:stretch>
          </p:blipFill>
          <p:spPr>
            <a:xfrm>
              <a:off x="6245628" y="552196"/>
              <a:ext cx="51016" cy="51016"/>
            </a:xfrm>
            <a:prstGeom prst="rect">
              <a:avLst/>
            </a:prstGeom>
          </p:spPr>
        </p:pic>
        <p:pic>
          <p:nvPicPr>
            <p:cNvPr id="168" name="Image 72" descr="preencoded.png"/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73"/>
            <a:stretch>
              <a:fillRect/>
            </a:stretch>
          </p:blipFill>
          <p:spPr>
            <a:xfrm>
              <a:off x="4649558" y="552196"/>
              <a:ext cx="51016" cy="51016"/>
            </a:xfrm>
            <a:prstGeom prst="rect">
              <a:avLst/>
            </a:prstGeom>
          </p:spPr>
        </p:pic>
        <p:sp>
          <p:nvSpPr>
            <p:cNvPr id="169" name="Text 94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372944" y="524256"/>
              <a:ext cx="801679" cy="160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699882" rtl="0" eaLnBrk="1" latinLnBrk="0" hangingPunct="1">
                <a:defRPr sz="137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9941" algn="l" defTabSz="699882" rtl="0" eaLnBrk="1" latinLnBrk="0" hangingPunct="1">
                <a:defRPr sz="137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99882" algn="l" defTabSz="699882" rtl="0" eaLnBrk="1" latinLnBrk="0" hangingPunct="1">
                <a:defRPr sz="137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49823" algn="l" defTabSz="699882" rtl="0" eaLnBrk="1" latinLnBrk="0" hangingPunct="1">
                <a:defRPr sz="137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99764" algn="l" defTabSz="699882" rtl="0" eaLnBrk="1" latinLnBrk="0" hangingPunct="1">
                <a:defRPr sz="137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49704" algn="l" defTabSz="699882" rtl="0" eaLnBrk="1" latinLnBrk="0" hangingPunct="1">
                <a:defRPr sz="137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99645" algn="l" defTabSz="699882" rtl="0" eaLnBrk="1" latinLnBrk="0" hangingPunct="1">
                <a:defRPr sz="137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49586" algn="l" defTabSz="699882" rtl="0" eaLnBrk="1" latinLnBrk="0" hangingPunct="1">
                <a:defRPr sz="137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99527" algn="l" defTabSz="699882" rtl="0" eaLnBrk="1" latinLnBrk="0" hangingPunct="1">
                <a:defRPr sz="137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746"/>
                </a:lnSpc>
                <a:buNone/>
              </a:pPr>
              <a:r>
                <a:rPr lang="en-US" sz="1090">
                  <a:solidFill>
                    <a:srgbClr val="6B6D92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SCALABLE</a:t>
              </a:r>
              <a:endParaRPr lang="en-US" sz="1090"/>
            </a:p>
          </p:txBody>
        </p:sp>
        <p:sp>
          <p:nvSpPr>
            <p:cNvPr id="170" name="Text 95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784162" y="524256"/>
              <a:ext cx="1326414" cy="153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699882" rtl="0" eaLnBrk="1" latinLnBrk="0" hangingPunct="1">
                <a:defRPr sz="137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9941" algn="l" defTabSz="699882" rtl="0" eaLnBrk="1" latinLnBrk="0" hangingPunct="1">
                <a:defRPr sz="137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99882" algn="l" defTabSz="699882" rtl="0" eaLnBrk="1" latinLnBrk="0" hangingPunct="1">
                <a:defRPr sz="137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49823" algn="l" defTabSz="699882" rtl="0" eaLnBrk="1" latinLnBrk="0" hangingPunct="1">
                <a:defRPr sz="137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99764" algn="l" defTabSz="699882" rtl="0" eaLnBrk="1" latinLnBrk="0" hangingPunct="1">
                <a:defRPr sz="137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49704" algn="l" defTabSz="699882" rtl="0" eaLnBrk="1" latinLnBrk="0" hangingPunct="1">
                <a:defRPr sz="137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99645" algn="l" defTabSz="699882" rtl="0" eaLnBrk="1" latinLnBrk="0" hangingPunct="1">
                <a:defRPr sz="137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49586" algn="l" defTabSz="699882" rtl="0" eaLnBrk="1" latinLnBrk="0" hangingPunct="1">
                <a:defRPr sz="137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99527" algn="l" defTabSz="699882" rtl="0" eaLnBrk="1" latinLnBrk="0" hangingPunct="1">
                <a:defRPr sz="137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746"/>
                </a:lnSpc>
                <a:buNone/>
              </a:pPr>
              <a:r>
                <a:rPr lang="en-US" sz="1056">
                  <a:solidFill>
                    <a:srgbClr val="6F7094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IMPLEMENTABLE</a:t>
              </a:r>
              <a:endParaRPr lang="en-US" sz="1056"/>
            </a:p>
          </p:txBody>
        </p:sp>
        <p:sp>
          <p:nvSpPr>
            <p:cNvPr id="171" name="Text 96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32659" y="524256"/>
              <a:ext cx="874559" cy="153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699882" rtl="0" eaLnBrk="1" latinLnBrk="0" hangingPunct="1">
                <a:defRPr sz="137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9941" algn="l" defTabSz="699882" rtl="0" eaLnBrk="1" latinLnBrk="0" hangingPunct="1">
                <a:defRPr sz="137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99882" algn="l" defTabSz="699882" rtl="0" eaLnBrk="1" latinLnBrk="0" hangingPunct="1">
                <a:defRPr sz="137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49823" algn="l" defTabSz="699882" rtl="0" eaLnBrk="1" latinLnBrk="0" hangingPunct="1">
                <a:defRPr sz="137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99764" algn="l" defTabSz="699882" rtl="0" eaLnBrk="1" latinLnBrk="0" hangingPunct="1">
                <a:defRPr sz="137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49704" algn="l" defTabSz="699882" rtl="0" eaLnBrk="1" latinLnBrk="0" hangingPunct="1">
                <a:defRPr sz="137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99645" algn="l" defTabSz="699882" rtl="0" eaLnBrk="1" latinLnBrk="0" hangingPunct="1">
                <a:defRPr sz="137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49586" algn="l" defTabSz="699882" rtl="0" eaLnBrk="1" latinLnBrk="0" hangingPunct="1">
                <a:defRPr sz="137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99527" algn="l" defTabSz="699882" rtl="0" eaLnBrk="1" latinLnBrk="0" hangingPunct="1">
                <a:defRPr sz="137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746"/>
                </a:lnSpc>
                <a:buNone/>
              </a:pPr>
              <a:r>
                <a:rPr lang="en-US" sz="1079">
                  <a:solidFill>
                    <a:srgbClr val="696C92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PRACTICAL</a:t>
              </a:r>
              <a:endParaRPr lang="en-US" sz="1079"/>
            </a:p>
          </p:txBody>
        </p:sp>
      </p:grpSp>
      <p:sp>
        <p:nvSpPr>
          <p:cNvPr id="174" name="Text 99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697107" y="56977"/>
            <a:ext cx="6719593" cy="5607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941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9882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9823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9976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4970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99645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49586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99527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748"/>
              </a:lnSpc>
            </a:pPr>
            <a:r>
              <a:rPr lang="en-US" sz="3350" b="1">
                <a:solidFill>
                  <a:srgbClr val="16163A"/>
                </a:solidFill>
                <a:latin typeface="Times New Roman"/>
                <a:cs typeface="Times New Roman"/>
              </a:rPr>
              <a:t>FEASIBILITY AND VIABILITY</a:t>
            </a:r>
            <a:endParaRPr lang="en-US" sz="1350">
              <a:latin typeface="Times New Roman"/>
              <a:ea typeface="+mn-lt"/>
              <a:cs typeface="Times New Roman"/>
            </a:endParaRPr>
          </a:p>
        </p:txBody>
      </p:sp>
      <p:sp>
        <p:nvSpPr>
          <p:cNvPr id="175" name="Text 10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43037" y="196776"/>
            <a:ext cx="408128" cy="349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941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9882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9823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9976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49704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99645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49586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99527" algn="l" defTabSz="699882" rtl="0" eaLnBrk="1" latinLnBrk="0" hangingPunct="1">
              <a:defRPr sz="1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480"/>
              </a:lnSpc>
              <a:buNone/>
            </a:pPr>
            <a:endParaRPr lang="en-US" sz="1250" b="1">
              <a:solidFill>
                <a:srgbClr val="4E5069"/>
              </a:solidFill>
              <a:latin typeface="Aptos"/>
            </a:endParaRPr>
          </a:p>
        </p:txBody>
      </p:sp>
      <p:sp>
        <p:nvSpPr>
          <p:cNvPr id="183" name="Oval 182" descr="Your startup LOGO">
            <a:extLst>
              <a:ext uri="{FF2B5EF4-FFF2-40B4-BE49-F238E27FC236}">
                <a16:creationId xmlns:a16="http://schemas.microsoft.com/office/drawing/2014/main" id="{8AACA80E-9772-C90D-7054-0AF7EE9483F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5499" y="45782"/>
            <a:ext cx="1251857" cy="807334"/>
          </a:xfrm>
          <a:prstGeom prst="ellipse">
            <a:avLst/>
          </a:prstGeom>
          <a:effectLst>
            <a:outerShdw blurRad="63500" dist="38100" dir="2700000">
              <a:srgbClr val="000000">
                <a:alpha val="40000"/>
              </a:srgbClr>
            </a:outerShd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endParaRPr lang="en-US">
              <a:ea typeface="Calibri"/>
              <a:cs typeface="Calibri"/>
            </a:endParaRPr>
          </a:p>
        </p:txBody>
      </p:sp>
      <p:pic>
        <p:nvPicPr>
          <p:cNvPr id="185" name="Picture 184">
            <a:extLst>
              <a:ext uri="{FF2B5EF4-FFF2-40B4-BE49-F238E27FC236}">
                <a16:creationId xmlns:a16="http://schemas.microsoft.com/office/drawing/2014/main" id="{4805AD90-3A5F-D1E5-6B96-E2C9B70ECD2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7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4086" y="-8660"/>
            <a:ext cx="1965370" cy="930257"/>
          </a:xfrm>
          <a:prstGeom prst="rect">
            <a:avLst/>
          </a:prstGeom>
        </p:spPr>
      </p:pic>
      <p:pic>
        <p:nvPicPr>
          <p:cNvPr id="177" name="Picture 176" descr="A blue and black logo&#10;&#10;AI-generated content may be incorrect.">
            <a:extLst>
              <a:ext uri="{FF2B5EF4-FFF2-40B4-BE49-F238E27FC236}">
                <a16:creationId xmlns:a16="http://schemas.microsoft.com/office/drawing/2014/main" id="{8F5BDC69-A0A3-3B91-466F-A9EF052EF94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75"/>
          <a:srcRect/>
          <a:stretch>
            <a:fillRect/>
          </a:stretch>
        </p:blipFill>
        <p:spPr>
          <a:xfrm>
            <a:off x="426720" y="20921"/>
            <a:ext cx="982980" cy="95319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1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rcRect t="15246"/>
          <a:stretch>
            <a:fillRect/>
          </a:stretch>
        </p:blipFill>
        <p:spPr>
          <a:xfrm>
            <a:off x="54429" y="1028874"/>
            <a:ext cx="12083143" cy="5446486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6572" y="5892800"/>
            <a:ext cx="936171" cy="304800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2600" y="5878286"/>
            <a:ext cx="1023257" cy="188686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8714" y="5428343"/>
            <a:ext cx="206829" cy="170543"/>
          </a:xfrm>
          <a:prstGeom prst="rect">
            <a:avLst/>
          </a:prstGeom>
        </p:spPr>
      </p:pic>
      <p:pic>
        <p:nvPicPr>
          <p:cNvPr id="10" name="Image 5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03971" y="5388429"/>
            <a:ext cx="156029" cy="123371"/>
          </a:xfrm>
          <a:prstGeom prst="rect">
            <a:avLst/>
          </a:prstGeom>
        </p:spPr>
      </p:pic>
      <p:pic>
        <p:nvPicPr>
          <p:cNvPr id="11" name="Image 6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04829" y="5377543"/>
            <a:ext cx="366486" cy="221343"/>
          </a:xfrm>
          <a:prstGeom prst="rect">
            <a:avLst/>
          </a:prstGeom>
        </p:spPr>
      </p:pic>
      <p:pic>
        <p:nvPicPr>
          <p:cNvPr id="12" name="Image 7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01555" y="5533572"/>
            <a:ext cx="1394204" cy="402770"/>
          </a:xfrm>
          <a:prstGeom prst="rect">
            <a:avLst/>
          </a:prstGeom>
        </p:spPr>
      </p:pic>
      <p:pic>
        <p:nvPicPr>
          <p:cNvPr id="13" name="Image 8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93000" y="5348514"/>
            <a:ext cx="195943" cy="232229"/>
          </a:xfrm>
          <a:prstGeom prst="rect">
            <a:avLst/>
          </a:prstGeom>
        </p:spPr>
      </p:pic>
      <p:pic>
        <p:nvPicPr>
          <p:cNvPr id="14" name="Image 9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57686" y="5490028"/>
            <a:ext cx="903514" cy="290286"/>
          </a:xfrm>
          <a:prstGeom prst="rect">
            <a:avLst/>
          </a:prstGeom>
        </p:spPr>
      </p:pic>
      <p:pic>
        <p:nvPicPr>
          <p:cNvPr id="15" name="Image 1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14029" y="5500914"/>
            <a:ext cx="61686" cy="304800"/>
          </a:xfrm>
          <a:prstGeom prst="rect">
            <a:avLst/>
          </a:prstGeom>
        </p:spPr>
      </p:pic>
      <p:pic>
        <p:nvPicPr>
          <p:cNvPr id="16" name="Image 11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96001" y="5326743"/>
            <a:ext cx="990184" cy="499323"/>
          </a:xfrm>
          <a:prstGeom prst="rect">
            <a:avLst/>
          </a:prstGeom>
        </p:spPr>
      </p:pic>
      <p:sp>
        <p:nvSpPr>
          <p:cNvPr id="17" name="Text 3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369231" y="5618843"/>
            <a:ext cx="468085" cy="116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515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030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2546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061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7576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5092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2607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0122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487"/>
              </a:lnSpc>
              <a:buNone/>
            </a:pPr>
            <a:r>
              <a:rPr lang="en-US" sz="800" b="1">
                <a:solidFill>
                  <a:srgbClr val="2D35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</a:t>
            </a:r>
            <a:endParaRPr lang="en-US" sz="697"/>
          </a:p>
        </p:txBody>
      </p:sp>
      <p:pic>
        <p:nvPicPr>
          <p:cNvPr id="18" name="Image 12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51600" y="5334000"/>
            <a:ext cx="224971" cy="250371"/>
          </a:xfrm>
          <a:prstGeom prst="rect">
            <a:avLst/>
          </a:prstGeom>
        </p:spPr>
      </p:pic>
      <p:pic>
        <p:nvPicPr>
          <p:cNvPr id="19" name="Image 13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92372" y="5414555"/>
            <a:ext cx="45719" cy="411472"/>
          </a:xfrm>
          <a:prstGeom prst="rect">
            <a:avLst/>
          </a:prstGeom>
        </p:spPr>
      </p:pic>
      <p:pic>
        <p:nvPicPr>
          <p:cNvPr id="20" name="Image 14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978400" y="5319486"/>
            <a:ext cx="1110343" cy="558800"/>
          </a:xfrm>
          <a:prstGeom prst="rect">
            <a:avLst/>
          </a:prstGeom>
        </p:spPr>
      </p:pic>
      <p:pic>
        <p:nvPicPr>
          <p:cNvPr id="21" name="Image 15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493657" y="5337629"/>
            <a:ext cx="224971" cy="246743"/>
          </a:xfrm>
          <a:prstGeom prst="rect">
            <a:avLst/>
          </a:prstGeom>
        </p:spPr>
      </p:pic>
      <p:pic>
        <p:nvPicPr>
          <p:cNvPr id="22" name="Image 16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350657" y="5352143"/>
            <a:ext cx="228600" cy="235857"/>
          </a:xfrm>
          <a:prstGeom prst="rect">
            <a:avLst/>
          </a:prstGeom>
        </p:spPr>
      </p:pic>
      <p:pic>
        <p:nvPicPr>
          <p:cNvPr id="23" name="Image 17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814457" y="1462315"/>
            <a:ext cx="5323114" cy="3799114"/>
          </a:xfrm>
          <a:prstGeom prst="rect">
            <a:avLst/>
          </a:prstGeom>
        </p:spPr>
      </p:pic>
      <p:sp>
        <p:nvSpPr>
          <p:cNvPr id="24" name="Shape 4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432143" y="4477657"/>
            <a:ext cx="1600200" cy="693057"/>
          </a:xfrm>
          <a:prstGeom prst="roundRect">
            <a:avLst>
              <a:gd name="adj" fmla="val 13613"/>
            </a:avLst>
          </a:prstGeom>
          <a:solidFill>
            <a:srgbClr val="D8F8EC"/>
          </a:solidFill>
          <a:ln w="9525">
            <a:solidFill>
              <a:srgbClr val="E2F7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5" name="Image 18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595429" y="4604657"/>
            <a:ext cx="359229" cy="449943"/>
          </a:xfrm>
          <a:prstGeom prst="rect">
            <a:avLst/>
          </a:prstGeom>
        </p:spPr>
      </p:pic>
      <p:sp>
        <p:nvSpPr>
          <p:cNvPr id="26" name="Text 5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099800" y="4757057"/>
            <a:ext cx="848360" cy="283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515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030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2546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061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7576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5092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2607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0122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942"/>
              </a:lnSpc>
              <a:buNone/>
            </a:pPr>
            <a:r>
              <a:rPr lang="en-US" sz="795">
                <a:solidFill>
                  <a:srgbClr val="2E57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Secure systems.</a:t>
            </a:r>
            <a:endParaRPr lang="en-US" sz="795"/>
          </a:p>
          <a:p>
            <a:pPr marL="0" indent="0" algn="l">
              <a:lnSpc>
                <a:spcPts val="942"/>
              </a:lnSpc>
              <a:buNone/>
            </a:pPr>
            <a:r>
              <a:rPr lang="en-US" sz="795">
                <a:solidFill>
                  <a:srgbClr val="2E57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Stronger Bharat.</a:t>
            </a:r>
            <a:endParaRPr lang="en-US" sz="795"/>
          </a:p>
        </p:txBody>
      </p:sp>
      <p:sp>
        <p:nvSpPr>
          <p:cNvPr id="27" name="Text 6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099800" y="4564743"/>
            <a:ext cx="740229" cy="141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515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030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2546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061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7576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5092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2607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0122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743"/>
              </a:lnSpc>
              <a:buNone/>
            </a:pPr>
            <a:r>
              <a:rPr lang="en-US" sz="940" b="1">
                <a:solidFill>
                  <a:srgbClr val="1E43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Greater Trust</a:t>
            </a:r>
            <a:endParaRPr lang="en-US" sz="940" b="1"/>
          </a:p>
        </p:txBody>
      </p:sp>
      <p:sp>
        <p:nvSpPr>
          <p:cNvPr id="28" name="Shape 7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432143" y="3737429"/>
            <a:ext cx="1600200" cy="703943"/>
          </a:xfrm>
          <a:prstGeom prst="roundRect">
            <a:avLst>
              <a:gd name="adj" fmla="val 14433"/>
            </a:avLst>
          </a:prstGeom>
          <a:solidFill>
            <a:srgbClr val="E4E1FC"/>
          </a:solidFill>
          <a:ln w="9525">
            <a:solidFill>
              <a:srgbClr val="EAE7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9" name="Image 19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591800" y="3839029"/>
            <a:ext cx="359229" cy="468086"/>
          </a:xfrm>
          <a:prstGeom prst="rect">
            <a:avLst/>
          </a:prstGeom>
        </p:spPr>
      </p:pic>
      <p:sp>
        <p:nvSpPr>
          <p:cNvPr id="30" name="Text 8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096172" y="3799114"/>
            <a:ext cx="965200" cy="562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515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030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2546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061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7576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5092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2607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0122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903"/>
              </a:lnSpc>
              <a:buNone/>
            </a:pPr>
            <a:r>
              <a:rPr lang="en-US" sz="900" b="1">
                <a:solidFill>
                  <a:srgbClr val="392A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Simpler</a:t>
            </a:r>
            <a:endParaRPr lang="en-US" sz="900" b="1"/>
          </a:p>
          <a:p>
            <a:pPr marL="0" indent="0" algn="l">
              <a:lnSpc>
                <a:spcPts val="903"/>
              </a:lnSpc>
              <a:buNone/>
            </a:pPr>
            <a:r>
              <a:rPr lang="en-US" sz="900" b="1">
                <a:solidFill>
                  <a:srgbClr val="392A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</a:t>
            </a:r>
            <a:endParaRPr lang="en-US" sz="900" b="1"/>
          </a:p>
          <a:p>
            <a:pPr marL="0" indent="0" algn="l">
              <a:lnSpc>
                <a:spcPts val="903"/>
              </a:lnSpc>
              <a:buNone/>
            </a:pPr>
            <a:endParaRPr lang="en-US" sz="762"/>
          </a:p>
          <a:p>
            <a:pPr marL="0" indent="0" algn="l">
              <a:lnSpc>
                <a:spcPts val="903"/>
              </a:lnSpc>
              <a:buNone/>
            </a:pPr>
            <a:r>
              <a:rPr lang="en-US" sz="800">
                <a:solidFill>
                  <a:srgbClr val="4652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Guided and efficient</a:t>
            </a:r>
            <a:endParaRPr lang="en-US" sz="800"/>
          </a:p>
          <a:p>
            <a:pPr marL="0" indent="0" algn="l">
              <a:lnSpc>
                <a:spcPts val="903"/>
              </a:lnSpc>
              <a:buNone/>
            </a:pPr>
            <a:r>
              <a:rPr lang="en-US" sz="800">
                <a:solidFill>
                  <a:srgbClr val="4652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remediation</a:t>
            </a:r>
            <a:endParaRPr lang="en-US" sz="800"/>
          </a:p>
        </p:txBody>
      </p:sp>
      <p:sp>
        <p:nvSpPr>
          <p:cNvPr id="31" name="Shape 9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435772" y="2986314"/>
            <a:ext cx="1596571" cy="711200"/>
          </a:xfrm>
          <a:prstGeom prst="roundRect">
            <a:avLst>
              <a:gd name="adj" fmla="val 13265"/>
            </a:avLst>
          </a:prstGeom>
          <a:solidFill>
            <a:srgbClr val="FDF0E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2" name="Image 2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628086" y="3120571"/>
            <a:ext cx="275771" cy="417286"/>
          </a:xfrm>
          <a:prstGeom prst="rect">
            <a:avLst/>
          </a:prstGeom>
        </p:spPr>
      </p:pic>
      <p:sp>
        <p:nvSpPr>
          <p:cNvPr id="33" name="Text 1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019973" y="3000828"/>
            <a:ext cx="1041400" cy="634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515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030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2546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061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7576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5092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2607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0122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959"/>
              </a:lnSpc>
              <a:buNone/>
            </a:pPr>
            <a:r>
              <a:rPr lang="en-US" sz="900" b="1">
                <a:solidFill>
                  <a:srgbClr val="AC3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Reduced</a:t>
            </a:r>
            <a:endParaRPr lang="en-US" sz="900"/>
          </a:p>
          <a:p>
            <a:pPr marL="0" indent="0" algn="l">
              <a:lnSpc>
                <a:spcPts val="959"/>
              </a:lnSpc>
              <a:buNone/>
            </a:pPr>
            <a:r>
              <a:rPr lang="en-US" sz="900" b="1">
                <a:solidFill>
                  <a:srgbClr val="AC3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Cost</a:t>
            </a:r>
            <a:endParaRPr lang="en-US" sz="800"/>
          </a:p>
          <a:p>
            <a:pPr marL="0" indent="0" algn="l">
              <a:lnSpc>
                <a:spcPts val="959"/>
              </a:lnSpc>
              <a:buNone/>
            </a:pPr>
            <a:r>
              <a:rPr lang="en-US" sz="800">
                <a:solidFill>
                  <a:srgbClr val="445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Optimized resources</a:t>
            </a:r>
            <a:endParaRPr lang="en-US" sz="800"/>
          </a:p>
          <a:p>
            <a:pPr marL="0" indent="0" algn="l">
              <a:lnSpc>
                <a:spcPts val="959"/>
              </a:lnSpc>
              <a:buNone/>
            </a:pPr>
            <a:r>
              <a:rPr lang="en-US" sz="800">
                <a:solidFill>
                  <a:srgbClr val="445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productivity</a:t>
            </a:r>
            <a:endParaRPr lang="en-US" sz="800"/>
          </a:p>
        </p:txBody>
      </p:sp>
      <p:sp>
        <p:nvSpPr>
          <p:cNvPr id="34" name="Shape 1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432143" y="2253343"/>
            <a:ext cx="1600200" cy="700314"/>
          </a:xfrm>
          <a:prstGeom prst="roundRect">
            <a:avLst>
              <a:gd name="adj" fmla="val 15544"/>
            </a:avLst>
          </a:prstGeom>
          <a:solidFill>
            <a:srgbClr val="D6F8EC"/>
          </a:solidFill>
          <a:ln w="19050">
            <a:solidFill>
              <a:srgbClr val="E1F6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5" name="Image 21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595429" y="2373086"/>
            <a:ext cx="355600" cy="442686"/>
          </a:xfrm>
          <a:prstGeom prst="rect">
            <a:avLst/>
          </a:prstGeom>
        </p:spPr>
      </p:pic>
      <p:sp>
        <p:nvSpPr>
          <p:cNvPr id="36" name="Text 1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075851" y="2318657"/>
            <a:ext cx="1041400" cy="544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515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030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2546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061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7576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5092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2607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0122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837"/>
              </a:lnSpc>
              <a:buNone/>
            </a:pPr>
            <a:r>
              <a:rPr lang="en-US" sz="837" b="1">
                <a:solidFill>
                  <a:srgbClr val="234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Stronger</a:t>
            </a:r>
            <a:endParaRPr lang="en-US" sz="709"/>
          </a:p>
          <a:p>
            <a:pPr marL="0" indent="0" algn="l">
              <a:lnSpc>
                <a:spcPts val="837"/>
              </a:lnSpc>
              <a:buNone/>
            </a:pPr>
            <a:r>
              <a:rPr lang="en-US" sz="837" b="1">
                <a:solidFill>
                  <a:srgbClr val="234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</a:t>
            </a:r>
            <a:endParaRPr lang="en-US" sz="709"/>
          </a:p>
          <a:p>
            <a:pPr marL="0" indent="0" algn="l">
              <a:lnSpc>
                <a:spcPts val="837"/>
              </a:lnSpc>
              <a:buNone/>
            </a:pPr>
            <a:endParaRPr lang="en-US" sz="709"/>
          </a:p>
          <a:p>
            <a:pPr marL="0" indent="0" algn="l">
              <a:lnSpc>
                <a:spcPts val="837"/>
              </a:lnSpc>
              <a:buNone/>
            </a:pPr>
            <a:r>
              <a:rPr lang="en-US" sz="800">
                <a:solidFill>
                  <a:srgbClr val="3967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resilient</a:t>
            </a:r>
            <a:r>
              <a:rPr lang="en-US" sz="800"/>
              <a:t> </a:t>
            </a:r>
            <a:r>
              <a:rPr lang="en-US" sz="800">
                <a:solidFill>
                  <a:srgbClr val="3967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national infrastructure</a:t>
            </a:r>
            <a:endParaRPr lang="en-US" sz="800"/>
          </a:p>
        </p:txBody>
      </p:sp>
      <p:sp>
        <p:nvSpPr>
          <p:cNvPr id="37" name="Shape 13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435772" y="1527629"/>
            <a:ext cx="1592943" cy="693057"/>
          </a:xfrm>
          <a:prstGeom prst="roundRect">
            <a:avLst>
              <a:gd name="adj" fmla="val 12042"/>
            </a:avLst>
          </a:prstGeom>
          <a:solidFill>
            <a:srgbClr val="D5E9FD"/>
          </a:solidFill>
          <a:ln w="19050">
            <a:solidFill>
              <a:srgbClr val="CFE3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8" name="Image 22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559143" y="1625600"/>
            <a:ext cx="420914" cy="424543"/>
          </a:xfrm>
          <a:prstGeom prst="rect">
            <a:avLst/>
          </a:prstGeom>
        </p:spPr>
      </p:pic>
      <p:sp>
        <p:nvSpPr>
          <p:cNvPr id="39" name="Text 14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096171" y="1585686"/>
            <a:ext cx="932544" cy="5769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515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030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2546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061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7576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5092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2607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0122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927"/>
              </a:lnSpc>
              <a:buNone/>
            </a:pPr>
            <a:r>
              <a:rPr lang="en-US" sz="900" b="1">
                <a:solidFill>
                  <a:srgbClr val="1B2C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Hours to</a:t>
            </a:r>
            <a:endParaRPr lang="en-US" sz="900"/>
          </a:p>
          <a:p>
            <a:pPr marL="0" indent="0" algn="l">
              <a:lnSpc>
                <a:spcPts val="927"/>
              </a:lnSpc>
              <a:buNone/>
            </a:pPr>
            <a:r>
              <a:rPr lang="en-US" sz="900" b="1">
                <a:solidFill>
                  <a:srgbClr val="1B2C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Minutes</a:t>
            </a:r>
            <a:endParaRPr lang="en-US" sz="900"/>
          </a:p>
          <a:p>
            <a:pPr marL="0" indent="0" algn="l">
              <a:lnSpc>
                <a:spcPts val="927"/>
              </a:lnSpc>
              <a:buNone/>
            </a:pPr>
            <a:endParaRPr lang="en-US" sz="767"/>
          </a:p>
          <a:p>
            <a:pPr marL="0" indent="0" algn="l">
              <a:lnSpc>
                <a:spcPts val="927"/>
              </a:lnSpc>
              <a:buNone/>
            </a:pPr>
            <a:r>
              <a:rPr lang="en-US" sz="800">
                <a:solidFill>
                  <a:srgbClr val="4163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faster compliance</a:t>
            </a:r>
            <a:endParaRPr lang="en-US" sz="800"/>
          </a:p>
          <a:p>
            <a:pPr marL="0" indent="0" algn="l">
              <a:lnSpc>
                <a:spcPts val="927"/>
              </a:lnSpc>
              <a:buNone/>
            </a:pPr>
            <a:r>
              <a:rPr lang="en-US" sz="800">
                <a:solidFill>
                  <a:srgbClr val="4163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audits</a:t>
            </a:r>
            <a:endParaRPr lang="en-US" sz="800"/>
          </a:p>
        </p:txBody>
      </p:sp>
      <p:pic>
        <p:nvPicPr>
          <p:cNvPr id="40" name="Image 23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801429" y="4481286"/>
            <a:ext cx="2605314" cy="693057"/>
          </a:xfrm>
          <a:prstGeom prst="rect">
            <a:avLst/>
          </a:prstGeom>
        </p:spPr>
      </p:pic>
      <p:pic>
        <p:nvPicPr>
          <p:cNvPr id="41" name="Image 24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910286" y="5087257"/>
            <a:ext cx="39914" cy="43543"/>
          </a:xfrm>
          <a:prstGeom prst="rect">
            <a:avLst/>
          </a:prstGeom>
        </p:spPr>
      </p:pic>
      <p:pic>
        <p:nvPicPr>
          <p:cNvPr id="42" name="Image 25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906657" y="4938486"/>
            <a:ext cx="43543" cy="47171"/>
          </a:xfrm>
          <a:prstGeom prst="rect">
            <a:avLst/>
          </a:prstGeom>
        </p:spPr>
      </p:pic>
      <p:pic>
        <p:nvPicPr>
          <p:cNvPr id="43" name="Image 26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910286" y="4804229"/>
            <a:ext cx="39914" cy="43543"/>
          </a:xfrm>
          <a:prstGeom prst="rect">
            <a:avLst/>
          </a:prstGeom>
        </p:spPr>
      </p:pic>
      <p:sp>
        <p:nvSpPr>
          <p:cNvPr id="44" name="Shape 15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63228" y="4474029"/>
            <a:ext cx="841829" cy="693057"/>
          </a:xfrm>
          <a:prstGeom prst="roundRect">
            <a:avLst>
              <a:gd name="adj" fmla="val 13613"/>
            </a:avLst>
          </a:prstGeom>
          <a:solidFill>
            <a:srgbClr val="CBF5E5"/>
          </a:solidFill>
          <a:ln w="19050">
            <a:solidFill>
              <a:srgbClr val="CEEF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5" name="Image 27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137400" y="4608286"/>
            <a:ext cx="504371" cy="388257"/>
          </a:xfrm>
          <a:prstGeom prst="rect">
            <a:avLst/>
          </a:prstGeom>
        </p:spPr>
      </p:pic>
      <p:sp>
        <p:nvSpPr>
          <p:cNvPr id="46" name="Text 16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044543" y="4735286"/>
            <a:ext cx="2242458" cy="4390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515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030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2546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061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7576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5092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2607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0122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977"/>
              </a:lnSpc>
              <a:buNone/>
            </a:pPr>
            <a:r>
              <a:rPr lang="en-US" sz="900">
                <a:solidFill>
                  <a:srgbClr val="476A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secure and reliable digital services
Reduced risk of service disruptions
</a:t>
            </a:r>
            <a:r>
              <a:rPr lang="en-US" sz="900">
                <a:solidFill>
                  <a:srgbClr val="3247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Supports a safer and digitally stronger India</a:t>
            </a:r>
            <a:endParaRPr lang="en-US" sz="900"/>
          </a:p>
        </p:txBody>
      </p:sp>
      <p:sp>
        <p:nvSpPr>
          <p:cNvPr id="47" name="Text 17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06657" y="4550229"/>
            <a:ext cx="1175657" cy="163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515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030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2546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061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7576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5092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2607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0122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972"/>
              </a:lnSpc>
              <a:buNone/>
            </a:pPr>
            <a:r>
              <a:rPr lang="en-US" sz="949" b="1">
                <a:solidFill>
                  <a:srgbClr val="2633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Citizens / Society</a:t>
            </a:r>
            <a:endParaRPr lang="en-US" sz="949" b="1"/>
          </a:p>
        </p:txBody>
      </p:sp>
      <p:pic>
        <p:nvPicPr>
          <p:cNvPr id="48" name="Image 28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805058" y="1542143"/>
            <a:ext cx="2645229" cy="678543"/>
          </a:xfrm>
          <a:prstGeom prst="rect">
            <a:avLst/>
          </a:prstGeom>
        </p:spPr>
      </p:pic>
      <p:pic>
        <p:nvPicPr>
          <p:cNvPr id="49" name="Image 29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906657" y="2097315"/>
            <a:ext cx="39914" cy="47171"/>
          </a:xfrm>
          <a:prstGeom prst="rect">
            <a:avLst/>
          </a:prstGeom>
        </p:spPr>
      </p:pic>
      <p:pic>
        <p:nvPicPr>
          <p:cNvPr id="50" name="Image 3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906657" y="1959429"/>
            <a:ext cx="39914" cy="47171"/>
          </a:xfrm>
          <a:prstGeom prst="rect">
            <a:avLst/>
          </a:prstGeom>
        </p:spPr>
      </p:pic>
      <p:pic>
        <p:nvPicPr>
          <p:cNvPr id="51" name="Image 31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7906657" y="1817914"/>
            <a:ext cx="43543" cy="43543"/>
          </a:xfrm>
          <a:prstGeom prst="rect">
            <a:avLst/>
          </a:prstGeom>
        </p:spPr>
      </p:pic>
      <p:pic>
        <p:nvPicPr>
          <p:cNvPr id="52" name="Image 32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5232400" y="1524000"/>
            <a:ext cx="1727200" cy="3095171"/>
          </a:xfrm>
          <a:prstGeom prst="rect">
            <a:avLst/>
          </a:prstGeom>
        </p:spPr>
      </p:pic>
      <p:sp>
        <p:nvSpPr>
          <p:cNvPr id="53" name="Shape 18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55971" y="1538515"/>
            <a:ext cx="849086" cy="682171"/>
          </a:xfrm>
          <a:prstGeom prst="roundRect">
            <a:avLst>
              <a:gd name="adj" fmla="val 13830"/>
            </a:avLst>
          </a:prstGeom>
          <a:solidFill>
            <a:srgbClr val="D6E9FD"/>
          </a:solidFill>
          <a:ln w="19050">
            <a:solidFill>
              <a:srgbClr val="C9DE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4" name="Image 33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7141029" y="1665515"/>
            <a:ext cx="489857" cy="388257"/>
          </a:xfrm>
          <a:prstGeom prst="rect">
            <a:avLst/>
          </a:prstGeom>
        </p:spPr>
      </p:pic>
      <p:sp>
        <p:nvSpPr>
          <p:cNvPr id="55" name="Text 19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044543" y="1752600"/>
            <a:ext cx="1992086" cy="420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515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030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2546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061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7576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5092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2607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0122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162"/>
              </a:lnSpc>
              <a:buNone/>
            </a:pPr>
            <a:r>
              <a:rPr lang="en-US" sz="900">
                <a:solidFill>
                  <a:srgbClr val="3449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Faster and accurate compliance checks</a:t>
            </a:r>
            <a:endParaRPr lang="en-US" sz="900"/>
          </a:p>
          <a:p>
            <a:pPr marL="0" indent="0" algn="l">
              <a:lnSpc>
                <a:spcPts val="1162"/>
              </a:lnSpc>
              <a:buNone/>
            </a:pPr>
            <a:r>
              <a:rPr lang="en-US" sz="900">
                <a:solidFill>
                  <a:srgbClr val="3449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Pass /Fail/Unknown with evidence</a:t>
            </a:r>
            <a:endParaRPr lang="en-US" sz="900"/>
          </a:p>
          <a:p>
            <a:pPr marL="0" indent="0" algn="l">
              <a:lnSpc>
                <a:spcPts val="1162"/>
              </a:lnSpc>
              <a:buNone/>
            </a:pPr>
            <a:r>
              <a:rPr lang="en-US" sz="900">
                <a:solidFill>
                  <a:srgbClr val="3449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Reduced manual effort and human error</a:t>
            </a:r>
            <a:endParaRPr lang="en-US" sz="900"/>
          </a:p>
        </p:txBody>
      </p:sp>
      <p:sp>
        <p:nvSpPr>
          <p:cNvPr id="56" name="Text 2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06657" y="1571172"/>
            <a:ext cx="1705429" cy="1596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515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030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2546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061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7576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5092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2607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0122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971"/>
              </a:lnSpc>
              <a:buNone/>
            </a:pPr>
            <a:r>
              <a:rPr lang="en-US" sz="945" b="1">
                <a:solidFill>
                  <a:srgbClr val="2638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Security Operations Teams</a:t>
            </a:r>
            <a:endParaRPr lang="en-US" sz="945" b="1"/>
          </a:p>
        </p:txBody>
      </p:sp>
      <p:sp>
        <p:nvSpPr>
          <p:cNvPr id="57" name="Shape 2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41457" y="3722914"/>
            <a:ext cx="3461657" cy="725714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Shape 2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812315" y="3741057"/>
            <a:ext cx="2587171" cy="700314"/>
          </a:xfrm>
          <a:prstGeom prst="roundRect">
            <a:avLst>
              <a:gd name="adj" fmla="val 9715"/>
            </a:avLst>
          </a:prstGeom>
          <a:solidFill>
            <a:srgbClr val="E9F3FD"/>
          </a:solidFill>
          <a:ln w="19050">
            <a:solidFill>
              <a:srgbClr val="EFF6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9" name="Image 34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7906657" y="4325258"/>
            <a:ext cx="43543" cy="47171"/>
          </a:xfrm>
          <a:prstGeom prst="rect">
            <a:avLst/>
          </a:prstGeom>
        </p:spPr>
      </p:pic>
      <p:pic>
        <p:nvPicPr>
          <p:cNvPr id="60" name="Image 35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7906657" y="4180115"/>
            <a:ext cx="43543" cy="47171"/>
          </a:xfrm>
          <a:prstGeom prst="rect">
            <a:avLst/>
          </a:prstGeom>
        </p:spPr>
      </p:pic>
      <p:pic>
        <p:nvPicPr>
          <p:cNvPr id="61" name="Image 36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7906657" y="4049486"/>
            <a:ext cx="43543" cy="47171"/>
          </a:xfrm>
          <a:prstGeom prst="rect">
            <a:avLst/>
          </a:prstGeom>
        </p:spPr>
      </p:pic>
      <p:sp>
        <p:nvSpPr>
          <p:cNvPr id="62" name="Shape 23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59600" y="3733800"/>
            <a:ext cx="845457" cy="703943"/>
          </a:xfrm>
          <a:prstGeom prst="roundRect">
            <a:avLst>
              <a:gd name="adj" fmla="val 12887"/>
            </a:avLst>
          </a:prstGeom>
          <a:solidFill>
            <a:srgbClr val="DFDBFC"/>
          </a:solidFill>
          <a:ln w="28575">
            <a:solidFill>
              <a:srgbClr val="DEDC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3" name="Image 37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7170057" y="3857171"/>
            <a:ext cx="435429" cy="442686"/>
          </a:xfrm>
          <a:prstGeom prst="rect">
            <a:avLst/>
          </a:prstGeom>
        </p:spPr>
      </p:pic>
      <p:sp>
        <p:nvSpPr>
          <p:cNvPr id="64" name="Text 24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044543" y="3995202"/>
            <a:ext cx="2282372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515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030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2546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061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7576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5092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2607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0122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996"/>
              </a:lnSpc>
              <a:buNone/>
            </a:pPr>
            <a:r>
              <a:rPr lang="en-US" sz="900">
                <a:solidFill>
                  <a:srgbClr val="3E5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Actionable remediation templates (Jinja2)
Plain-language explanations
</a:t>
            </a:r>
            <a:r>
              <a:rPr lang="en-US" sz="900">
                <a:solidFill>
                  <a:srgbClr val="3248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Easier adoption with simple web interface</a:t>
            </a:r>
            <a:endParaRPr lang="en-US" sz="900"/>
          </a:p>
        </p:txBody>
      </p:sp>
      <p:sp>
        <p:nvSpPr>
          <p:cNvPr id="65" name="Text 25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896219" y="3812734"/>
            <a:ext cx="1542143" cy="145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515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030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2546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061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7576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5092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2607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0122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747"/>
              </a:lnSpc>
              <a:buNone/>
            </a:pPr>
            <a:r>
              <a:rPr lang="en-US" sz="950" b="1">
                <a:solidFill>
                  <a:srgbClr val="1F2B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Network Administrators</a:t>
            </a:r>
            <a:endParaRPr lang="en-US" sz="950"/>
          </a:p>
        </p:txBody>
      </p:sp>
      <p:sp>
        <p:nvSpPr>
          <p:cNvPr id="66" name="Shape 26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45086" y="2979057"/>
            <a:ext cx="3450771" cy="725714"/>
          </a:xfrm>
          <a:prstGeom prst="roundRect">
            <a:avLst>
              <a:gd name="adj" fmla="val 8625"/>
            </a:avLst>
          </a:prstGeom>
          <a:solidFill>
            <a:srgbClr val="F5F8FE"/>
          </a:solidFill>
          <a:ln w="47625">
            <a:solidFill>
              <a:srgbClr val="F6FA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Shape 27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834086" y="3000828"/>
            <a:ext cx="2558143" cy="696686"/>
          </a:xfrm>
          <a:prstGeom prst="roundRect">
            <a:avLst>
              <a:gd name="adj" fmla="val 6250"/>
            </a:avLst>
          </a:prstGeom>
          <a:solidFill>
            <a:srgbClr val="EBF5F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8" name="Image 38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7906657" y="3574143"/>
            <a:ext cx="43543" cy="47171"/>
          </a:xfrm>
          <a:prstGeom prst="rect">
            <a:avLst/>
          </a:prstGeom>
        </p:spPr>
      </p:pic>
      <p:pic>
        <p:nvPicPr>
          <p:cNvPr id="69" name="Image 39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7906657" y="3425372"/>
            <a:ext cx="43543" cy="47171"/>
          </a:xfrm>
          <a:prstGeom prst="rect">
            <a:avLst/>
          </a:prstGeom>
        </p:spPr>
      </p:pic>
      <p:pic>
        <p:nvPicPr>
          <p:cNvPr id="70" name="Image 4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7906657" y="3291115"/>
            <a:ext cx="39914" cy="47171"/>
          </a:xfrm>
          <a:prstGeom prst="rect">
            <a:avLst/>
          </a:prstGeom>
        </p:spPr>
      </p:pic>
      <p:pic>
        <p:nvPicPr>
          <p:cNvPr id="71" name="Image 41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6959600" y="2989943"/>
            <a:ext cx="845457" cy="707571"/>
          </a:xfrm>
          <a:prstGeom prst="rect">
            <a:avLst/>
          </a:prstGeom>
        </p:spPr>
      </p:pic>
      <p:pic>
        <p:nvPicPr>
          <p:cNvPr id="72" name="Image 42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7159171" y="3091543"/>
            <a:ext cx="460829" cy="478971"/>
          </a:xfrm>
          <a:prstGeom prst="rect">
            <a:avLst/>
          </a:prstGeom>
        </p:spPr>
      </p:pic>
      <p:sp>
        <p:nvSpPr>
          <p:cNvPr id="73" name="Text 28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044543" y="3229429"/>
            <a:ext cx="2151017" cy="420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515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030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2546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061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7576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5092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2607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0122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122"/>
              </a:lnSpc>
              <a:buNone/>
            </a:pPr>
            <a:r>
              <a:rPr lang="en-US" sz="900">
                <a:solidFill>
                  <a:srgbClr val="394F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Lower audit preparation time and cost</a:t>
            </a:r>
            <a:endParaRPr lang="en-US" sz="900"/>
          </a:p>
          <a:p>
            <a:pPr marL="0" indent="0" algn="l">
              <a:lnSpc>
                <a:spcPts val="1122"/>
              </a:lnSpc>
              <a:buNone/>
            </a:pPr>
            <a:r>
              <a:rPr lang="en-US" sz="900">
                <a:solidFill>
                  <a:srgbClr val="394F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Proactive identification and remediation</a:t>
            </a:r>
            <a:endParaRPr lang="en-US" sz="900"/>
          </a:p>
          <a:p>
            <a:pPr marL="0" indent="0" algn="l">
              <a:lnSpc>
                <a:spcPts val="1122"/>
              </a:lnSpc>
              <a:buNone/>
            </a:pPr>
            <a:r>
              <a:rPr lang="en-US" sz="900">
                <a:solidFill>
                  <a:srgbClr val="394F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Scalable to multi-vendor environments</a:t>
            </a:r>
            <a:endParaRPr lang="en-US" sz="900"/>
          </a:p>
        </p:txBody>
      </p:sp>
      <p:sp>
        <p:nvSpPr>
          <p:cNvPr id="74" name="Text 29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06657" y="3044372"/>
            <a:ext cx="1106714" cy="1596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515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030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2546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061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7576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5092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2607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0122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931"/>
              </a:lnSpc>
              <a:buNone/>
            </a:pPr>
            <a:r>
              <a:rPr lang="en-US" sz="950" b="1">
                <a:solidFill>
                  <a:srgbClr val="2635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IT Organizations</a:t>
            </a:r>
            <a:endParaRPr lang="en-US" sz="950" b="1"/>
          </a:p>
        </p:txBody>
      </p:sp>
      <p:sp>
        <p:nvSpPr>
          <p:cNvPr id="75" name="Shape 3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48715" y="2260600"/>
            <a:ext cx="3450771" cy="700314"/>
          </a:xfrm>
          <a:prstGeom prst="roundRect">
            <a:avLst>
              <a:gd name="adj" fmla="val 11658"/>
            </a:avLst>
          </a:prstGeom>
          <a:solidFill>
            <a:srgbClr val="ECF6FE"/>
          </a:solidFill>
          <a:ln w="66675">
            <a:solidFill>
              <a:srgbClr val="F4FA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6" name="Image 43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7906657" y="2837543"/>
            <a:ext cx="43543" cy="47171"/>
          </a:xfrm>
          <a:prstGeom prst="rect">
            <a:avLst/>
          </a:prstGeom>
        </p:spPr>
      </p:pic>
      <p:sp>
        <p:nvSpPr>
          <p:cNvPr id="79" name="Shape 3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59600" y="2256972"/>
            <a:ext cx="845457" cy="700314"/>
          </a:xfrm>
          <a:prstGeom prst="roundRect">
            <a:avLst>
              <a:gd name="adj" fmla="val 13472"/>
            </a:avLst>
          </a:prstGeom>
          <a:solidFill>
            <a:srgbClr val="D2F8EA"/>
          </a:solidFill>
          <a:ln w="9525">
            <a:solidFill>
              <a:srgbClr val="D5F4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7" name="Image 44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7906657" y="2692400"/>
            <a:ext cx="39914" cy="47171"/>
          </a:xfrm>
          <a:prstGeom prst="rect">
            <a:avLst/>
          </a:prstGeom>
        </p:spPr>
      </p:pic>
      <p:pic>
        <p:nvPicPr>
          <p:cNvPr id="78" name="Image 45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7906657" y="2547258"/>
            <a:ext cx="39914" cy="47171"/>
          </a:xfrm>
          <a:prstGeom prst="rect">
            <a:avLst/>
          </a:prstGeom>
        </p:spPr>
      </p:pic>
      <p:pic>
        <p:nvPicPr>
          <p:cNvPr id="80" name="Image 46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7173686" y="2369457"/>
            <a:ext cx="431800" cy="442686"/>
          </a:xfrm>
          <a:prstGeom prst="rect">
            <a:avLst/>
          </a:prstGeom>
        </p:spPr>
      </p:pic>
      <p:sp>
        <p:nvSpPr>
          <p:cNvPr id="81" name="Text 3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040914" y="2481943"/>
            <a:ext cx="2286001" cy="446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515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030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2546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061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7576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5092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2607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0122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66"/>
              </a:lnSpc>
              <a:buNone/>
            </a:pPr>
            <a:r>
              <a:rPr lang="en-US" sz="900">
                <a:solidFill>
                  <a:srgbClr val="354D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Consistent evaluation across CIS / NIST / STIG</a:t>
            </a:r>
            <a:endParaRPr lang="en-US" sz="900"/>
          </a:p>
          <a:p>
            <a:pPr marL="0" indent="0" algn="l">
              <a:lnSpc>
                <a:spcPts val="1066"/>
              </a:lnSpc>
              <a:buNone/>
            </a:pPr>
            <a:r>
              <a:rPr lang="en-US" sz="900">
                <a:solidFill>
                  <a:srgbClr val="354D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Transparent and auditable evidence</a:t>
            </a:r>
            <a:endParaRPr lang="en-US" sz="900"/>
          </a:p>
          <a:p>
            <a:pPr marL="0" indent="0" algn="l">
              <a:lnSpc>
                <a:spcPts val="1066"/>
              </a:lnSpc>
              <a:buNone/>
            </a:pPr>
            <a:r>
              <a:rPr lang="en-US" sz="900">
                <a:solidFill>
                  <a:srgbClr val="354D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Supports national cybersecurity initiatives</a:t>
            </a:r>
            <a:endParaRPr lang="en-US" sz="900"/>
          </a:p>
        </p:txBody>
      </p:sp>
      <p:sp>
        <p:nvSpPr>
          <p:cNvPr id="82" name="Text 33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06657" y="2307772"/>
            <a:ext cx="1589314" cy="1596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515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030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2546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061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7576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5092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2607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0122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875"/>
              </a:lnSpc>
              <a:buNone/>
            </a:pPr>
            <a:r>
              <a:rPr lang="en-US" sz="950" b="1">
                <a:solidFill>
                  <a:srgbClr val="2030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Government / Regulators</a:t>
            </a:r>
            <a:endParaRPr lang="en-US" sz="950"/>
          </a:p>
        </p:txBody>
      </p:sp>
      <p:sp>
        <p:nvSpPr>
          <p:cNvPr id="83" name="Shape 34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825343" y="950686"/>
            <a:ext cx="5312229" cy="508000"/>
          </a:xfrm>
          <a:prstGeom prst="roundRect">
            <a:avLst>
              <a:gd name="adj" fmla="val 4464"/>
            </a:avLst>
          </a:prstGeom>
          <a:solidFill>
            <a:srgbClr val="006145"/>
          </a:solidFill>
          <a:ln w="9525">
            <a:solidFill>
              <a:srgbClr val="0463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4" name="Image 47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10363200" y="1037771"/>
            <a:ext cx="297543" cy="359229"/>
          </a:xfrm>
          <a:prstGeom prst="rect">
            <a:avLst/>
          </a:prstGeom>
        </p:spPr>
      </p:pic>
      <p:pic>
        <p:nvPicPr>
          <p:cNvPr id="85" name="Image 48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10170886" y="1059543"/>
            <a:ext cx="10886" cy="322943"/>
          </a:xfrm>
          <a:prstGeom prst="rect">
            <a:avLst/>
          </a:prstGeom>
        </p:spPr>
      </p:pic>
      <p:pic>
        <p:nvPicPr>
          <p:cNvPr id="86" name="Image 49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7747000" y="1063172"/>
            <a:ext cx="14514" cy="319314"/>
          </a:xfrm>
          <a:prstGeom prst="rect">
            <a:avLst/>
          </a:prstGeom>
        </p:spPr>
      </p:pic>
      <p:pic>
        <p:nvPicPr>
          <p:cNvPr id="87" name="Image 5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7141029" y="1030514"/>
            <a:ext cx="449943" cy="381000"/>
          </a:xfrm>
          <a:prstGeom prst="rect">
            <a:avLst/>
          </a:prstGeom>
        </p:spPr>
      </p:pic>
      <p:sp>
        <p:nvSpPr>
          <p:cNvPr id="88" name="Text 35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798629" y="1226457"/>
            <a:ext cx="1012371" cy="137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515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030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2546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061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7576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5092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2607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0122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829"/>
              </a:lnSpc>
              <a:buNone/>
            </a:pPr>
            <a:r>
              <a:rPr lang="en-US" sz="695">
                <a:solidFill>
                  <a:srgbClr val="B2D0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 Operations.</a:t>
            </a:r>
            <a:endParaRPr lang="en-US" sz="695"/>
          </a:p>
        </p:txBody>
      </p:sp>
      <p:sp>
        <p:nvSpPr>
          <p:cNvPr id="89" name="Text 36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798629" y="1074057"/>
            <a:ext cx="921657" cy="141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515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030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2546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061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7576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5092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2607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0122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747"/>
              </a:lnSpc>
              <a:buNone/>
            </a:pPr>
            <a:r>
              <a:rPr lang="en-US" sz="736" b="1">
                <a:solidFill>
                  <a:srgbClr val="B5D4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Compliant Systems.</a:t>
            </a:r>
            <a:endParaRPr lang="en-US" sz="736"/>
          </a:p>
        </p:txBody>
      </p:sp>
      <p:sp>
        <p:nvSpPr>
          <p:cNvPr id="90" name="Text 37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892143" y="1266372"/>
            <a:ext cx="1955800" cy="148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515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030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2546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061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7576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5092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2607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0122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848"/>
              </a:lnSpc>
              <a:buNone/>
            </a:pPr>
            <a:r>
              <a:rPr lang="en-US" sz="738" b="1">
                <a:solidFill>
                  <a:srgbClr val="BCD5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Tangible Advantages for Key Stakeholders</a:t>
            </a:r>
            <a:endParaRPr lang="en-US" sz="738"/>
          </a:p>
        </p:txBody>
      </p:sp>
      <p:sp>
        <p:nvSpPr>
          <p:cNvPr id="91" name="Text 38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03029" y="1019629"/>
            <a:ext cx="972457" cy="214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515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030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2546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061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7576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5092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2607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0122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170"/>
              </a:lnSpc>
              <a:buNone/>
            </a:pPr>
            <a:r>
              <a:rPr lang="en-US" sz="1502" b="1">
                <a:solidFill>
                  <a:srgbClr val="D6E6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BENEFITS</a:t>
            </a:r>
            <a:endParaRPr lang="en-US" sz="1502"/>
          </a:p>
        </p:txBody>
      </p:sp>
      <p:pic>
        <p:nvPicPr>
          <p:cNvPr id="92" name="Image 51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5900057" y="3929743"/>
            <a:ext cx="384629" cy="446314"/>
          </a:xfrm>
          <a:prstGeom prst="rect">
            <a:avLst/>
          </a:prstGeom>
        </p:spPr>
      </p:pic>
      <p:pic>
        <p:nvPicPr>
          <p:cNvPr id="93" name="Image 52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5907314" y="1513115"/>
            <a:ext cx="391886" cy="446314"/>
          </a:xfrm>
          <a:prstGeom prst="rect">
            <a:avLst/>
          </a:prstGeom>
        </p:spPr>
      </p:pic>
      <p:pic>
        <p:nvPicPr>
          <p:cNvPr id="94" name="Image 53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54429" y="1455057"/>
            <a:ext cx="5334000" cy="3770086"/>
          </a:xfrm>
          <a:prstGeom prst="rect">
            <a:avLst/>
          </a:prstGeom>
        </p:spPr>
      </p:pic>
      <p:sp>
        <p:nvSpPr>
          <p:cNvPr id="95" name="Shape 39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813629" y="4463143"/>
            <a:ext cx="1444171" cy="685800"/>
          </a:xfrm>
          <a:prstGeom prst="roundRect">
            <a:avLst>
              <a:gd name="adj" fmla="val 12169"/>
            </a:avLst>
          </a:prstGeom>
          <a:solidFill>
            <a:srgbClr val="FEE4E6"/>
          </a:solidFill>
          <a:ln w="9525">
            <a:solidFill>
              <a:srgbClr val="F6E2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6" name="Text 4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937000" y="4771571"/>
            <a:ext cx="841829" cy="30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515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030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2546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061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7576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5092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2607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0122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104"/>
              </a:lnSpc>
              <a:buNone/>
            </a:pPr>
            <a:r>
              <a:rPr lang="en-US" sz="900">
                <a:solidFill>
                  <a:srgbClr val="9E30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and</a:t>
            </a:r>
            <a:endParaRPr lang="en-US" sz="900"/>
          </a:p>
          <a:p>
            <a:pPr marL="0" indent="0" algn="l">
              <a:lnSpc>
                <a:spcPts val="1104"/>
              </a:lnSpc>
              <a:buNone/>
            </a:pPr>
            <a:r>
              <a:rPr lang="en-US" sz="900">
                <a:solidFill>
                  <a:srgbClr val="9E30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regulatory risk</a:t>
            </a:r>
            <a:endParaRPr lang="en-US" sz="900"/>
          </a:p>
        </p:txBody>
      </p:sp>
      <p:sp>
        <p:nvSpPr>
          <p:cNvPr id="97" name="Text 4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940629" y="4539343"/>
            <a:ext cx="529771" cy="2068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515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030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2546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061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7576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5092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2607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0122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259"/>
              </a:lnSpc>
              <a:buNone/>
            </a:pPr>
            <a:r>
              <a:rPr lang="en-US" sz="1280" b="1">
                <a:solidFill>
                  <a:srgbClr val="DB22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</a:t>
            </a:r>
            <a:endParaRPr lang="en-US" sz="1280"/>
          </a:p>
        </p:txBody>
      </p:sp>
      <p:pic>
        <p:nvPicPr>
          <p:cNvPr id="98" name="Image 54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997857" y="4466771"/>
            <a:ext cx="2754086" cy="696686"/>
          </a:xfrm>
          <a:prstGeom prst="rect">
            <a:avLst/>
          </a:prstGeom>
        </p:spPr>
      </p:pic>
      <p:pic>
        <p:nvPicPr>
          <p:cNvPr id="99" name="Image 55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185057" y="4455886"/>
            <a:ext cx="805543" cy="696686"/>
          </a:xfrm>
          <a:prstGeom prst="rect">
            <a:avLst/>
          </a:prstGeom>
        </p:spPr>
      </p:pic>
      <p:pic>
        <p:nvPicPr>
          <p:cNvPr id="100" name="Image 56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348343" y="4579257"/>
            <a:ext cx="471714" cy="428171"/>
          </a:xfrm>
          <a:prstGeom prst="rect">
            <a:avLst/>
          </a:prstGeom>
        </p:spPr>
      </p:pic>
      <p:sp>
        <p:nvSpPr>
          <p:cNvPr id="101" name="Text 4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7600" y="4764315"/>
            <a:ext cx="2280920" cy="2866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515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030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2546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061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7576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5092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2607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0122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50"/>
              </a:lnSpc>
              <a:buNone/>
            </a:pPr>
            <a:r>
              <a:rPr lang="en-US" sz="900">
                <a:solidFill>
                  <a:srgbClr val="465B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Non-compliance can lead to penalties,</a:t>
            </a:r>
            <a:endParaRPr lang="en-US" sz="900"/>
          </a:p>
          <a:p>
            <a:pPr marL="0" indent="0" algn="l">
              <a:lnSpc>
                <a:spcPts val="1050"/>
              </a:lnSpc>
              <a:buNone/>
            </a:pPr>
            <a:r>
              <a:rPr lang="en-US" sz="900">
                <a:solidFill>
                  <a:srgbClr val="465B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 disruptions and reputational damage</a:t>
            </a:r>
            <a:endParaRPr lang="en-US" sz="900"/>
          </a:p>
        </p:txBody>
      </p:sp>
      <p:sp>
        <p:nvSpPr>
          <p:cNvPr id="102" name="Text 43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7600" y="4553857"/>
            <a:ext cx="1861457" cy="170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515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030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2546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061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7576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5092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2607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0122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925"/>
              </a:lnSpc>
              <a:buNone/>
            </a:pPr>
            <a:r>
              <a:rPr lang="en-US" sz="914" b="1">
                <a:solidFill>
                  <a:srgbClr val="1F2A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Regulatory &amp; Operational Impact</a:t>
            </a:r>
            <a:endParaRPr lang="en-US" sz="914"/>
          </a:p>
        </p:txBody>
      </p:sp>
      <p:sp>
        <p:nvSpPr>
          <p:cNvPr id="103" name="Shape 44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810000" y="3733800"/>
            <a:ext cx="1447800" cy="682171"/>
          </a:xfrm>
          <a:prstGeom prst="roundRect">
            <a:avLst>
              <a:gd name="adj" fmla="val 13298"/>
            </a:avLst>
          </a:prstGeom>
          <a:solidFill>
            <a:srgbClr val="D7F8EB"/>
          </a:solidFill>
          <a:ln w="47625">
            <a:solidFill>
              <a:srgbClr val="D3EE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" name="Text 45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933371" y="3817257"/>
            <a:ext cx="976086" cy="493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515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030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2546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061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7576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5092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2607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0122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288"/>
              </a:lnSpc>
              <a:buNone/>
            </a:pPr>
            <a:r>
              <a:rPr lang="en-US" sz="1280" b="1">
                <a:solidFill>
                  <a:srgbClr val="284A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Limited</a:t>
            </a:r>
            <a:r>
              <a:rPr lang="en-US" sz="912" b="1">
                <a:solidFill>
                  <a:srgbClr val="284A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r>
              <a:rPr lang="en-US" sz="900" b="1">
                <a:solidFill>
                  <a:srgbClr val="284A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skilled workforce
</a:t>
            </a:r>
            <a:r>
              <a:rPr lang="en-US" sz="900" b="1">
                <a:solidFill>
                  <a:srgbClr val="3463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cybersecurity</a:t>
            </a:r>
            <a:endParaRPr lang="en-US" sz="800"/>
          </a:p>
        </p:txBody>
      </p:sp>
      <p:sp>
        <p:nvSpPr>
          <p:cNvPr id="105" name="Shape 46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1429" y="3722914"/>
            <a:ext cx="3570514" cy="696686"/>
          </a:xfrm>
          <a:prstGeom prst="roundRect">
            <a:avLst>
              <a:gd name="adj" fmla="val 10938"/>
            </a:avLst>
          </a:prstGeom>
          <a:solidFill>
            <a:srgbClr val="E9F4FD"/>
          </a:solidFill>
          <a:ln w="19050">
            <a:solidFill>
              <a:srgbClr val="F1F8F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6" name="Shape 47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1429" y="3719286"/>
            <a:ext cx="809171" cy="700314"/>
          </a:xfrm>
          <a:prstGeom prst="roundRect">
            <a:avLst>
              <a:gd name="adj" fmla="val 15026"/>
            </a:avLst>
          </a:prstGeom>
          <a:solidFill>
            <a:srgbClr val="DAF8EE"/>
          </a:solidFill>
          <a:ln w="19050">
            <a:solidFill>
              <a:srgbClr val="DDF6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7" name="Image 57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326571" y="3860800"/>
            <a:ext cx="508000" cy="384629"/>
          </a:xfrm>
          <a:prstGeom prst="rect">
            <a:avLst/>
          </a:prstGeom>
        </p:spPr>
      </p:pic>
      <p:sp>
        <p:nvSpPr>
          <p:cNvPr id="108" name="Text 48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7600" y="4024086"/>
            <a:ext cx="2037080" cy="2866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515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030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2546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061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7576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5092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2607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0122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973"/>
              </a:lnSpc>
              <a:buNone/>
            </a:pPr>
            <a:r>
              <a:rPr lang="en-US" sz="900">
                <a:solidFill>
                  <a:srgbClr val="3951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Requires skilled security professionals,</a:t>
            </a:r>
            <a:endParaRPr lang="en-US" sz="900"/>
          </a:p>
          <a:p>
            <a:pPr marL="0" indent="0" algn="l">
              <a:lnSpc>
                <a:spcPts val="973"/>
              </a:lnSpc>
              <a:buNone/>
            </a:pPr>
            <a:r>
              <a:rPr lang="en-US" sz="900">
                <a:solidFill>
                  <a:srgbClr val="3951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creating resource bottlenecks</a:t>
            </a:r>
            <a:endParaRPr lang="en-US" sz="900"/>
          </a:p>
        </p:txBody>
      </p:sp>
      <p:sp>
        <p:nvSpPr>
          <p:cNvPr id="109" name="Text 49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7600" y="3817257"/>
            <a:ext cx="1324429" cy="163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515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030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2546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061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7576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5092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2607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0122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896"/>
              </a:lnSpc>
              <a:buNone/>
            </a:pPr>
            <a:r>
              <a:rPr lang="en-US" sz="888" b="1">
                <a:solidFill>
                  <a:srgbClr val="212B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Dependence on Experts</a:t>
            </a:r>
            <a:endParaRPr lang="en-US" sz="888"/>
          </a:p>
        </p:txBody>
      </p:sp>
      <p:pic>
        <p:nvPicPr>
          <p:cNvPr id="110" name="Image 58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3813629" y="2986315"/>
            <a:ext cx="1447800" cy="700314"/>
          </a:xfrm>
          <a:prstGeom prst="rect">
            <a:avLst/>
          </a:prstGeom>
        </p:spPr>
      </p:pic>
      <p:sp>
        <p:nvSpPr>
          <p:cNvPr id="111" name="Text 5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853542" y="3055257"/>
            <a:ext cx="1375229" cy="562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515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030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2546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061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7576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5092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2607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0122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911"/>
              </a:lnSpc>
              <a:buNone/>
            </a:pPr>
            <a:r>
              <a:rPr lang="en-US" sz="1200" b="1">
                <a:solidFill>
                  <a:srgbClr val="D72D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Multiple</a:t>
            </a:r>
            <a:endParaRPr lang="en-US" sz="1200"/>
          </a:p>
          <a:p>
            <a:pPr marL="0" indent="0" algn="l">
              <a:lnSpc>
                <a:spcPts val="911"/>
              </a:lnSpc>
              <a:buNone/>
            </a:pPr>
            <a:r>
              <a:rPr lang="en-US" sz="1200" b="1">
                <a:solidFill>
                  <a:srgbClr val="D72D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interpretations</a:t>
            </a:r>
            <a:endParaRPr lang="en-US" sz="1200"/>
          </a:p>
          <a:p>
            <a:pPr marL="0" indent="0" algn="l">
              <a:lnSpc>
                <a:spcPts val="911"/>
              </a:lnSpc>
              <a:buNone/>
            </a:pPr>
            <a:endParaRPr lang="en-US" sz="900"/>
          </a:p>
          <a:p>
            <a:pPr marL="0" indent="0" algn="l">
              <a:lnSpc>
                <a:spcPts val="911"/>
              </a:lnSpc>
              <a:buNone/>
            </a:pPr>
            <a:r>
              <a:rPr lang="en-US" sz="900">
                <a:solidFill>
                  <a:srgbClr val="495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the same control</a:t>
            </a:r>
            <a:endParaRPr lang="en-US" sz="900"/>
          </a:p>
          <a:p>
            <a:pPr marL="0" indent="0" algn="l">
              <a:lnSpc>
                <a:spcPts val="911"/>
              </a:lnSpc>
              <a:buNone/>
            </a:pPr>
            <a:r>
              <a:rPr lang="en-US" sz="900">
                <a:solidFill>
                  <a:srgbClr val="495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across vendors</a:t>
            </a:r>
            <a:endParaRPr lang="en-US" sz="900"/>
          </a:p>
        </p:txBody>
      </p:sp>
      <p:sp>
        <p:nvSpPr>
          <p:cNvPr id="112" name="Shape 5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1429" y="2989943"/>
            <a:ext cx="3574143" cy="703943"/>
          </a:xfrm>
          <a:prstGeom prst="roundRect">
            <a:avLst>
              <a:gd name="adj" fmla="val 14948"/>
            </a:avLst>
          </a:prstGeom>
          <a:solidFill>
            <a:srgbClr val="ECF5F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3" name="Image 59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185057" y="2971800"/>
            <a:ext cx="805543" cy="711200"/>
          </a:xfrm>
          <a:prstGeom prst="rect">
            <a:avLst/>
          </a:prstGeom>
        </p:spPr>
      </p:pic>
      <p:pic>
        <p:nvPicPr>
          <p:cNvPr id="114" name="Image 6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381000" y="3091543"/>
            <a:ext cx="399143" cy="442686"/>
          </a:xfrm>
          <a:prstGeom prst="rect">
            <a:avLst/>
          </a:prstGeom>
        </p:spPr>
      </p:pic>
      <p:sp>
        <p:nvSpPr>
          <p:cNvPr id="115" name="Text 5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7600" y="3265714"/>
            <a:ext cx="2373086" cy="283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515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030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2546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061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7576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5092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2607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0122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948"/>
              </a:lnSpc>
              <a:buNone/>
            </a:pPr>
            <a:r>
              <a:rPr lang="en-US" sz="900">
                <a:solidFill>
                  <a:srgbClr val="344D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Different vendors, OS, syntax and structures</a:t>
            </a:r>
            <a:endParaRPr lang="en-US" sz="900"/>
          </a:p>
          <a:p>
            <a:pPr marL="0" indent="0" algn="l">
              <a:lnSpc>
                <a:spcPts val="948"/>
              </a:lnSpc>
              <a:buNone/>
            </a:pPr>
            <a:r>
              <a:rPr lang="en-US" sz="900">
                <a:solidFill>
                  <a:srgbClr val="344D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uniform compliance difficult.</a:t>
            </a:r>
            <a:endParaRPr lang="en-US" sz="900"/>
          </a:p>
        </p:txBody>
      </p:sp>
      <p:sp>
        <p:nvSpPr>
          <p:cNvPr id="116" name="Text 53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21229" y="3062514"/>
            <a:ext cx="1386114" cy="163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515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030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2546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061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7576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5092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2607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0122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905"/>
              </a:lnSpc>
              <a:buNone/>
            </a:pPr>
            <a:r>
              <a:rPr lang="en-US" sz="895" b="1">
                <a:solidFill>
                  <a:srgbClr val="2C35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Inconsistent Compliance</a:t>
            </a:r>
            <a:endParaRPr lang="en-US" sz="895"/>
          </a:p>
        </p:txBody>
      </p:sp>
      <p:pic>
        <p:nvPicPr>
          <p:cNvPr id="117" name="Image 61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3813629" y="2256971"/>
            <a:ext cx="1444171" cy="689429"/>
          </a:xfrm>
          <a:prstGeom prst="rect">
            <a:avLst/>
          </a:prstGeom>
        </p:spPr>
      </p:pic>
      <p:sp>
        <p:nvSpPr>
          <p:cNvPr id="118" name="Text 54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933371" y="2550886"/>
            <a:ext cx="1016000" cy="2612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515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030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2546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061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7576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5092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2607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0122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953"/>
              </a:lnSpc>
              <a:buNone/>
            </a:pPr>
            <a:r>
              <a:rPr lang="en-US" sz="900">
                <a:solidFill>
                  <a:srgbClr val="4754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 device for manual</a:t>
            </a:r>
            <a:endParaRPr lang="en-US" sz="900"/>
          </a:p>
          <a:p>
            <a:pPr marL="0" indent="0" algn="l">
              <a:lnSpc>
                <a:spcPts val="953"/>
              </a:lnSpc>
              <a:buNone/>
            </a:pPr>
            <a:r>
              <a:rPr lang="en-US" sz="900">
                <a:solidFill>
                  <a:srgbClr val="4754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and review</a:t>
            </a:r>
            <a:endParaRPr lang="en-US" sz="900"/>
          </a:p>
        </p:txBody>
      </p:sp>
      <p:sp>
        <p:nvSpPr>
          <p:cNvPr id="119" name="Text 55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944257" y="2287452"/>
            <a:ext cx="1034143" cy="2104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515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030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2546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061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7576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5092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2607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0122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350"/>
              </a:lnSpc>
              <a:buNone/>
            </a:pPr>
            <a:r>
              <a:rPr lang="en-US" sz="1280" b="1">
                <a:solidFill>
                  <a:srgbClr val="3A1B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Days-Weeks</a:t>
            </a:r>
            <a:endParaRPr lang="en-US" sz="1280"/>
          </a:p>
        </p:txBody>
      </p:sp>
      <p:sp>
        <p:nvSpPr>
          <p:cNvPr id="120" name="Shape 56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7800" y="2249715"/>
            <a:ext cx="3574143" cy="700314"/>
          </a:xfrm>
          <a:prstGeom prst="roundRect">
            <a:avLst>
              <a:gd name="adj" fmla="val 11788"/>
            </a:avLst>
          </a:prstGeom>
          <a:solidFill>
            <a:srgbClr val="EDF5FD"/>
          </a:solidFill>
          <a:ln w="19050">
            <a:solidFill>
              <a:srgbClr val="F6FA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1" name="Shape 57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1429" y="2238828"/>
            <a:ext cx="805543" cy="696686"/>
          </a:xfrm>
          <a:prstGeom prst="roundRect">
            <a:avLst>
              <a:gd name="adj" fmla="val 14583"/>
            </a:avLst>
          </a:prstGeom>
          <a:solidFill>
            <a:srgbClr val="E0DCFD"/>
          </a:solidFill>
          <a:ln w="19050">
            <a:solidFill>
              <a:srgbClr val="E0DF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22" name="Image 62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362857" y="2362200"/>
            <a:ext cx="435429" cy="439057"/>
          </a:xfrm>
          <a:prstGeom prst="rect">
            <a:avLst/>
          </a:prstGeom>
        </p:spPr>
      </p:pic>
      <p:sp>
        <p:nvSpPr>
          <p:cNvPr id="123" name="Text 58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7600" y="2529115"/>
            <a:ext cx="2258060" cy="293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515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030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2546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061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7576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5092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2607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0122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969"/>
              </a:lnSpc>
              <a:buNone/>
            </a:pPr>
            <a:r>
              <a:rPr lang="en-US" sz="900">
                <a:solidFill>
                  <a:srgbClr val="384F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analysis of large configuration files</a:t>
            </a:r>
            <a:endParaRPr lang="en-US" sz="900"/>
          </a:p>
          <a:p>
            <a:pPr marL="0" indent="0" algn="l">
              <a:lnSpc>
                <a:spcPts val="969"/>
              </a:lnSpc>
              <a:buNone/>
            </a:pPr>
            <a:r>
              <a:rPr lang="en-US" sz="900">
                <a:solidFill>
                  <a:srgbClr val="384F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slow and requires expert knowledge</a:t>
            </a:r>
            <a:endParaRPr lang="en-US" sz="900"/>
          </a:p>
        </p:txBody>
      </p:sp>
      <p:sp>
        <p:nvSpPr>
          <p:cNvPr id="124" name="Text 59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0343" y="2336800"/>
            <a:ext cx="1346200" cy="1596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515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030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2546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061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7576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5092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2607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0122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795"/>
              </a:lnSpc>
              <a:buNone/>
            </a:pPr>
            <a:r>
              <a:rPr lang="en-US" sz="892" b="1">
                <a:solidFill>
                  <a:srgbClr val="232C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Time-Consuming Audits</a:t>
            </a:r>
            <a:endParaRPr lang="en-US" sz="892"/>
          </a:p>
        </p:txBody>
      </p:sp>
      <p:sp>
        <p:nvSpPr>
          <p:cNvPr id="125" name="Shape 6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813629" y="1545771"/>
            <a:ext cx="1444171" cy="664029"/>
          </a:xfrm>
          <a:prstGeom prst="roundRect">
            <a:avLst>
              <a:gd name="adj" fmla="val 12568"/>
            </a:avLst>
          </a:prstGeom>
          <a:solidFill>
            <a:srgbClr val="FDDFE4"/>
          </a:solidFill>
          <a:ln w="28575">
            <a:solidFill>
              <a:srgbClr val="F3DC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6" name="Text 6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933371" y="2057400"/>
            <a:ext cx="645886" cy="116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515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030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2546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061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7576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5092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2607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0122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706"/>
              </a:lnSpc>
              <a:buNone/>
            </a:pPr>
            <a:endParaRPr lang="en-US" sz="900" b="1">
              <a:solidFill>
                <a:srgbClr val="C00000"/>
              </a:solidFill>
            </a:endParaRPr>
          </a:p>
        </p:txBody>
      </p:sp>
      <p:sp>
        <p:nvSpPr>
          <p:cNvPr id="127" name="Text 6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933371" y="1792514"/>
            <a:ext cx="1157514" cy="264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515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030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2546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061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7576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5092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2607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0122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910"/>
              </a:lnSpc>
              <a:buNone/>
            </a:pPr>
            <a:endParaRPr lang="en-US" sz="900"/>
          </a:p>
        </p:txBody>
      </p:sp>
      <p:sp>
        <p:nvSpPr>
          <p:cNvPr id="128" name="Text 63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933371" y="1585686"/>
            <a:ext cx="493486" cy="1886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515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030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2546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061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7576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5092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2607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0122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25"/>
              </a:lnSpc>
              <a:buNone/>
            </a:pPr>
            <a:r>
              <a:rPr lang="en-US" sz="1280" b="1">
                <a:solidFill>
                  <a:srgbClr val="D721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74%+</a:t>
            </a:r>
            <a:endParaRPr lang="en-US" sz="1280"/>
          </a:p>
        </p:txBody>
      </p:sp>
      <p:sp>
        <p:nvSpPr>
          <p:cNvPr id="129" name="Shape 64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6029" y="1498600"/>
            <a:ext cx="3614057" cy="714829"/>
          </a:xfrm>
          <a:prstGeom prst="rect">
            <a:avLst/>
          </a:prstGeom>
          <a:solidFill>
            <a:srgbClr val="F6FA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0" name="Shape 65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5057" y="1524000"/>
            <a:ext cx="801914" cy="678543"/>
          </a:xfrm>
          <a:prstGeom prst="roundRect">
            <a:avLst>
              <a:gd name="adj" fmla="val 14973"/>
            </a:avLst>
          </a:prstGeom>
          <a:solidFill>
            <a:srgbClr val="FEE8EA"/>
          </a:solidFill>
          <a:ln w="9525">
            <a:solidFill>
              <a:srgbClr val="F9EE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1" name="Image 63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406400" y="1636486"/>
            <a:ext cx="348343" cy="431800"/>
          </a:xfrm>
          <a:prstGeom prst="rect">
            <a:avLst/>
          </a:prstGeom>
        </p:spPr>
      </p:pic>
      <p:sp>
        <p:nvSpPr>
          <p:cNvPr id="132" name="Text 66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7600" y="1788886"/>
            <a:ext cx="2463800" cy="301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515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030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2546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061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7576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5092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2607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0122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35"/>
              </a:lnSpc>
              <a:buNone/>
            </a:pPr>
            <a:r>
              <a:rPr lang="en-US" sz="900">
                <a:solidFill>
                  <a:srgbClr val="354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Misconfigurations and policy deviations can</a:t>
            </a:r>
            <a:endParaRPr lang="en-US" sz="900"/>
          </a:p>
          <a:p>
            <a:pPr marL="0" indent="0" algn="l">
              <a:lnSpc>
                <a:spcPts val="1035"/>
              </a:lnSpc>
              <a:buNone/>
            </a:pPr>
            <a:r>
              <a:rPr lang="en-US" sz="900">
                <a:solidFill>
                  <a:srgbClr val="354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 to security breaches in critical infrastructure</a:t>
            </a:r>
            <a:endParaRPr lang="en-US" sz="900"/>
          </a:p>
        </p:txBody>
      </p:sp>
      <p:sp>
        <p:nvSpPr>
          <p:cNvPr id="133" name="Text 67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21229" y="1585686"/>
            <a:ext cx="1309914" cy="1596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515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030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2546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061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7576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5092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2607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0122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972"/>
              </a:lnSpc>
              <a:buNone/>
            </a:pPr>
            <a:r>
              <a:rPr lang="en-US" sz="952">
                <a:solidFill>
                  <a:srgbClr val="202B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Increased Security Risk</a:t>
            </a:r>
            <a:endParaRPr lang="en-US" sz="952"/>
          </a:p>
        </p:txBody>
      </p:sp>
      <p:pic>
        <p:nvPicPr>
          <p:cNvPr id="134" name="Image 64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54428" y="950686"/>
            <a:ext cx="5312229" cy="515257"/>
          </a:xfrm>
          <a:prstGeom prst="rect">
            <a:avLst/>
          </a:prstGeom>
        </p:spPr>
      </p:pic>
      <p:pic>
        <p:nvPicPr>
          <p:cNvPr id="135" name="Image 65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7"/>
          <a:stretch>
            <a:fillRect/>
          </a:stretch>
        </p:blipFill>
        <p:spPr>
          <a:xfrm>
            <a:off x="3955143" y="1240971"/>
            <a:ext cx="29029" cy="112486"/>
          </a:xfrm>
          <a:prstGeom prst="rect">
            <a:avLst/>
          </a:prstGeom>
        </p:spPr>
      </p:pic>
      <p:pic>
        <p:nvPicPr>
          <p:cNvPr id="136" name="Image 66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3403600" y="1063172"/>
            <a:ext cx="21771" cy="322943"/>
          </a:xfrm>
          <a:prstGeom prst="rect">
            <a:avLst/>
          </a:prstGeom>
        </p:spPr>
      </p:pic>
      <p:pic>
        <p:nvPicPr>
          <p:cNvPr id="137" name="Image 67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9"/>
          <a:stretch>
            <a:fillRect/>
          </a:stretch>
        </p:blipFill>
        <p:spPr>
          <a:xfrm>
            <a:off x="983343" y="1059543"/>
            <a:ext cx="25400" cy="326571"/>
          </a:xfrm>
          <a:prstGeom prst="rect">
            <a:avLst/>
          </a:prstGeom>
        </p:spPr>
      </p:pic>
      <p:pic>
        <p:nvPicPr>
          <p:cNvPr id="138" name="Image 68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70"/>
          <a:stretch>
            <a:fillRect/>
          </a:stretch>
        </p:blipFill>
        <p:spPr>
          <a:xfrm>
            <a:off x="297543" y="1008743"/>
            <a:ext cx="511629" cy="431800"/>
          </a:xfrm>
          <a:prstGeom prst="rect">
            <a:avLst/>
          </a:prstGeom>
        </p:spPr>
      </p:pic>
      <p:sp>
        <p:nvSpPr>
          <p:cNvPr id="139" name="Text 68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013200" y="1222829"/>
            <a:ext cx="1161143" cy="145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515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030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2546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061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7576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5092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2607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0122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829"/>
              </a:lnSpc>
              <a:buNone/>
            </a:pPr>
            <a:r>
              <a:rPr lang="en-US" sz="817">
                <a:solidFill>
                  <a:srgbClr val="BDD8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Fragmented|Risk-Prone</a:t>
            </a:r>
            <a:endParaRPr lang="en-US" sz="817"/>
          </a:p>
        </p:txBody>
      </p:sp>
      <p:sp>
        <p:nvSpPr>
          <p:cNvPr id="140" name="Text 69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588657" y="1070428"/>
            <a:ext cx="660400" cy="290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515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030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2546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061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7576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5092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2607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0122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197"/>
              </a:lnSpc>
              <a:buNone/>
            </a:pPr>
            <a:r>
              <a:rPr lang="en-US" sz="796" b="1">
                <a:solidFill>
                  <a:srgbClr val="CCE2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State
</a:t>
            </a:r>
            <a:r>
              <a:rPr lang="en-US" sz="796" b="1">
                <a:solidFill>
                  <a:srgbClr val="BFD5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</a:t>
            </a:r>
            <a:endParaRPr lang="en-US" sz="796"/>
          </a:p>
        </p:txBody>
      </p:sp>
      <p:sp>
        <p:nvSpPr>
          <p:cNvPr id="141" name="Text 7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93800" y="1273629"/>
            <a:ext cx="137885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515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030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2546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061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7576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5092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2607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0122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900"/>
              </a:lnSpc>
              <a:buNone/>
            </a:pPr>
            <a:r>
              <a:rPr lang="en-US" sz="894">
                <a:solidFill>
                  <a:srgbClr val="C0D7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Problem Matters</a:t>
            </a:r>
            <a:endParaRPr lang="en-US" sz="894"/>
          </a:p>
        </p:txBody>
      </p:sp>
      <p:sp>
        <p:nvSpPr>
          <p:cNvPr id="142" name="Text 7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97429" y="1016000"/>
            <a:ext cx="979714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515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030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2546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061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7576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5092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2607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0122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261"/>
              </a:lnSpc>
              <a:buNone/>
            </a:pPr>
            <a:r>
              <a:rPr lang="en-US" sz="1691" b="1">
                <a:solidFill>
                  <a:srgbClr val="D8E6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IMPACTS</a:t>
            </a:r>
            <a:endParaRPr lang="en-US" sz="1691"/>
          </a:p>
        </p:txBody>
      </p:sp>
      <p:pic>
        <p:nvPicPr>
          <p:cNvPr id="143" name="Image 69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71"/>
          <a:stretch>
            <a:fillRect/>
          </a:stretch>
        </p:blipFill>
        <p:spPr>
          <a:xfrm>
            <a:off x="1669143" y="5217886"/>
            <a:ext cx="685800" cy="685800"/>
          </a:xfrm>
          <a:prstGeom prst="rect">
            <a:avLst/>
          </a:prstGeom>
        </p:spPr>
      </p:pic>
      <p:pic>
        <p:nvPicPr>
          <p:cNvPr id="144" name="Image 7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72"/>
          <a:stretch>
            <a:fillRect/>
          </a:stretch>
        </p:blipFill>
        <p:spPr>
          <a:xfrm>
            <a:off x="5217886" y="2050143"/>
            <a:ext cx="1738086" cy="1854200"/>
          </a:xfrm>
          <a:prstGeom prst="rect">
            <a:avLst/>
          </a:prstGeom>
        </p:spPr>
      </p:pic>
      <p:pic>
        <p:nvPicPr>
          <p:cNvPr id="145" name="Image 71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73"/>
          <a:stretch>
            <a:fillRect/>
          </a:stretch>
        </p:blipFill>
        <p:spPr>
          <a:xfrm>
            <a:off x="5958114" y="2206172"/>
            <a:ext cx="290286" cy="344714"/>
          </a:xfrm>
          <a:prstGeom prst="rect">
            <a:avLst/>
          </a:prstGeom>
        </p:spPr>
      </p:pic>
      <p:sp>
        <p:nvSpPr>
          <p:cNvPr id="150" name="Text 7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72372" y="5783943"/>
            <a:ext cx="729343" cy="4136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515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030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2546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061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7576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5092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2607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0122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ts val="1025"/>
              </a:lnSpc>
              <a:buNone/>
            </a:pPr>
            <a:r>
              <a:rPr lang="en-US" sz="838" b="1">
                <a:solidFill>
                  <a:srgbClr val="DCE5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TOWARDS</a:t>
            </a:r>
            <a:endParaRPr lang="en-US" sz="838"/>
          </a:p>
          <a:p>
            <a:pPr marL="0" indent="0" algn="r">
              <a:lnSpc>
                <a:spcPts val="1025"/>
              </a:lnSpc>
              <a:buNone/>
            </a:pPr>
            <a:r>
              <a:rPr lang="en-US" sz="838" b="1">
                <a:solidFill>
                  <a:srgbClr val="DCE5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SECURE,</a:t>
            </a:r>
            <a:endParaRPr lang="en-US" sz="838"/>
          </a:p>
          <a:p>
            <a:pPr marL="0" indent="0" algn="r">
              <a:lnSpc>
                <a:spcPts val="1025"/>
              </a:lnSpc>
              <a:buNone/>
            </a:pPr>
            <a:r>
              <a:rPr lang="en-US" sz="838" b="1">
                <a:solidFill>
                  <a:srgbClr val="DCE5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DIGITALINDIA</a:t>
            </a:r>
            <a:endParaRPr lang="en-US" sz="838"/>
          </a:p>
        </p:txBody>
      </p:sp>
      <p:sp>
        <p:nvSpPr>
          <p:cNvPr id="151" name="Text 73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3829" y="5863771"/>
            <a:ext cx="881743" cy="137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515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030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2546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061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7576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5092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2607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0122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608"/>
              </a:lnSpc>
              <a:buNone/>
            </a:pPr>
            <a:r>
              <a:rPr lang="en-US" sz="782" b="1">
                <a:solidFill>
                  <a:srgbClr val="D0D5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EFFORT</a:t>
            </a:r>
            <a:endParaRPr lang="en-US" sz="782"/>
          </a:p>
        </p:txBody>
      </p:sp>
      <p:sp>
        <p:nvSpPr>
          <p:cNvPr id="152" name="Text 74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3829" y="5722257"/>
            <a:ext cx="312057" cy="1306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515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030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2546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061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7576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5092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2607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0122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657"/>
              </a:lnSpc>
              <a:buNone/>
            </a:pPr>
            <a:r>
              <a:rPr lang="en-US" sz="768" b="1">
                <a:solidFill>
                  <a:srgbClr val="D4D9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</a:t>
            </a:r>
            <a:endParaRPr lang="en-US" sz="768"/>
          </a:p>
        </p:txBody>
      </p:sp>
      <p:sp>
        <p:nvSpPr>
          <p:cNvPr id="153" name="Text 75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416800" y="5586911"/>
            <a:ext cx="449943" cy="163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515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030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2546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061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7576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5092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2607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0122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94"/>
              </a:lnSpc>
              <a:buNone/>
            </a:pPr>
            <a:r>
              <a:rPr lang="en-US" sz="800" b="1">
                <a:solidFill>
                  <a:srgbClr val="272E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SECURE</a:t>
            </a:r>
            <a:endParaRPr lang="en-US" sz="800" b="1"/>
          </a:p>
        </p:txBody>
      </p:sp>
      <p:sp>
        <p:nvSpPr>
          <p:cNvPr id="154" name="Text 76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265058" y="5603240"/>
            <a:ext cx="700312" cy="1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515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030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2546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061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7576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5092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2607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0122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624"/>
              </a:lnSpc>
              <a:buNone/>
            </a:pPr>
            <a:r>
              <a:rPr lang="en-US" sz="800" b="1">
                <a:solidFill>
                  <a:srgbClr val="212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STANDARDIZE</a:t>
            </a:r>
            <a:endParaRPr lang="en-US" sz="800"/>
          </a:p>
        </p:txBody>
      </p:sp>
      <p:sp>
        <p:nvSpPr>
          <p:cNvPr id="155" name="Text 77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176486" y="5610497"/>
            <a:ext cx="533400" cy="10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515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030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2546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061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7576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5092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2607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0122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585"/>
              </a:lnSpc>
              <a:buNone/>
            </a:pPr>
            <a:r>
              <a:rPr lang="en-US" sz="800" b="1">
                <a:solidFill>
                  <a:srgbClr val="1D24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AUTOMATE</a:t>
            </a:r>
            <a:endParaRPr lang="en-US" sz="728"/>
          </a:p>
        </p:txBody>
      </p:sp>
      <p:sp>
        <p:nvSpPr>
          <p:cNvPr id="156" name="Text 78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497286" y="4619172"/>
            <a:ext cx="1215571" cy="326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515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030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2546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061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7576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5092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2607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0122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201"/>
              </a:lnSpc>
            </a:pPr>
            <a:r>
              <a:rPr lang="en-US" sz="944" b="1">
                <a:solidFill>
                  <a:srgbClr val="253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Secure &amp;Digital Infrastructure</a:t>
            </a:r>
            <a:endParaRPr lang="en-US" sz="944"/>
          </a:p>
          <a:p>
            <a:pPr marL="0" indent="0" algn="ctr">
              <a:lnSpc>
                <a:spcPts val="1201"/>
              </a:lnSpc>
              <a:buNone/>
            </a:pPr>
            <a:r>
              <a:rPr lang="en-US" sz="944" b="1">
                <a:solidFill>
                  <a:srgbClr val="253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Resilient</a:t>
            </a:r>
            <a:endParaRPr lang="en-US" sz="944"/>
          </a:p>
        </p:txBody>
      </p:sp>
      <p:sp>
        <p:nvSpPr>
          <p:cNvPr id="157" name="Text 79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016172" y="4466771"/>
            <a:ext cx="148771" cy="112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515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030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2546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061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7576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5092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2607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0122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743"/>
              </a:lnSpc>
              <a:buNone/>
            </a:pPr>
            <a:r>
              <a:rPr lang="en-US" sz="977" b="1">
                <a:solidFill>
                  <a:srgbClr val="283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</a:t>
            </a:r>
            <a:endParaRPr lang="en-US" sz="977"/>
          </a:p>
        </p:txBody>
      </p:sp>
      <p:sp>
        <p:nvSpPr>
          <p:cNvPr id="158" name="Text 8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620657" y="1248229"/>
            <a:ext cx="994229" cy="163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515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030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2546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061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7576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5092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2607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0122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902"/>
              </a:lnSpc>
              <a:buNone/>
            </a:pPr>
            <a:r>
              <a:rPr lang="en-US" sz="900" b="1">
                <a:solidFill>
                  <a:srgbClr val="1B23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&amp; Uncertainty</a:t>
            </a:r>
            <a:endParaRPr lang="en-US" sz="900"/>
          </a:p>
        </p:txBody>
      </p:sp>
      <p:sp>
        <p:nvSpPr>
          <p:cNvPr id="159" name="Text 8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584372" y="3309257"/>
            <a:ext cx="1037771" cy="2467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515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030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2546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061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7576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5092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2607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0122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798"/>
              </a:lnSpc>
              <a:buNone/>
            </a:pPr>
            <a:r>
              <a:rPr lang="en-US" sz="700">
                <a:solidFill>
                  <a:srgbClr val="BCC8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Unified | Al-Assisted</a:t>
            </a:r>
            <a:endParaRPr lang="en-US" sz="700"/>
          </a:p>
          <a:p>
            <a:pPr marL="0" indent="0" algn="ctr">
              <a:lnSpc>
                <a:spcPts val="798"/>
              </a:lnSpc>
              <a:buNone/>
            </a:pPr>
            <a:r>
              <a:rPr lang="en-US" sz="700">
                <a:solidFill>
                  <a:srgbClr val="BCC8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Deterministic | Explainable</a:t>
            </a:r>
            <a:endParaRPr lang="en-US" sz="700"/>
          </a:p>
        </p:txBody>
      </p:sp>
      <p:sp>
        <p:nvSpPr>
          <p:cNvPr id="160" name="Text 8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631543" y="2775857"/>
            <a:ext cx="950686" cy="493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515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030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2546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061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7576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5092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2607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0122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265"/>
              </a:lnSpc>
              <a:buNone/>
            </a:pPr>
            <a:r>
              <a:rPr lang="en-US" sz="1034" b="1">
                <a:solidFill>
                  <a:srgbClr val="DCE2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Configuration</a:t>
            </a:r>
            <a:endParaRPr lang="en-US" sz="1034"/>
          </a:p>
          <a:p>
            <a:pPr marL="0" indent="0" algn="ctr">
              <a:lnSpc>
                <a:spcPts val="1265"/>
              </a:lnSpc>
              <a:buNone/>
            </a:pPr>
            <a:r>
              <a:rPr lang="en-US" sz="1034" b="1">
                <a:solidFill>
                  <a:srgbClr val="DCE2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Compliance</a:t>
            </a:r>
            <a:endParaRPr lang="en-US" sz="1034"/>
          </a:p>
          <a:p>
            <a:pPr marL="0" indent="0" algn="ctr">
              <a:lnSpc>
                <a:spcPts val="1265"/>
              </a:lnSpc>
              <a:buNone/>
            </a:pPr>
            <a:r>
              <a:rPr lang="en-US" sz="1034" b="1">
                <a:solidFill>
                  <a:srgbClr val="DCE2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Automator</a:t>
            </a:r>
            <a:endParaRPr lang="en-US" sz="1034"/>
          </a:p>
        </p:txBody>
      </p:sp>
      <p:sp>
        <p:nvSpPr>
          <p:cNvPr id="161" name="Text 83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961743" y="2576286"/>
            <a:ext cx="297543" cy="181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515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030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2546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061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7576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5092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2607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0122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959"/>
              </a:lnSpc>
              <a:buNone/>
            </a:pPr>
            <a:r>
              <a:rPr lang="en-US" sz="1364" b="1">
                <a:solidFill>
                  <a:srgbClr val="E0E6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CIS</a:t>
            </a:r>
            <a:endParaRPr lang="en-US" sz="1364"/>
          </a:p>
        </p:txBody>
      </p:sp>
      <p:sp>
        <p:nvSpPr>
          <p:cNvPr id="162" name="Text 84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780486" y="181429"/>
            <a:ext cx="1128486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515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030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2546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061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7576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5092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2607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0122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249"/>
              </a:lnSpc>
              <a:buNone/>
            </a:pPr>
            <a:endParaRPr lang="en-US" sz="1300" b="1">
              <a:solidFill>
                <a:srgbClr val="0E1F51"/>
              </a:solidFill>
              <a:latin typeface="Aptos"/>
            </a:endParaRPr>
          </a:p>
        </p:txBody>
      </p:sp>
      <p:sp>
        <p:nvSpPr>
          <p:cNvPr id="165" name="Text 87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99972" y="256456"/>
            <a:ext cx="5417457" cy="4426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515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030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2546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061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7576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5092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2607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0122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44"/>
              </a:lnSpc>
              <a:buNone/>
            </a:pPr>
            <a:r>
              <a:rPr lang="en-US" sz="3569" b="1">
                <a:solidFill>
                  <a:srgbClr val="0A0B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IMPACT AND BENEFITS</a:t>
            </a:r>
            <a:endParaRPr lang="en-US" sz="3569"/>
          </a:p>
        </p:txBody>
      </p:sp>
      <p:pic>
        <p:nvPicPr>
          <p:cNvPr id="168" name="Image 76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74"/>
          <a:stretch>
            <a:fillRect/>
          </a:stretch>
        </p:blipFill>
        <p:spPr>
          <a:xfrm>
            <a:off x="4721860" y="6118678"/>
            <a:ext cx="2858450" cy="342537"/>
          </a:xfrm>
          <a:prstGeom prst="rect">
            <a:avLst/>
          </a:prstGeom>
        </p:spPr>
      </p:pic>
      <p:sp>
        <p:nvSpPr>
          <p:cNvPr id="169" name="Text 9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3714" y="6168571"/>
            <a:ext cx="2119086" cy="1306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515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030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2546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061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7576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5092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2607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0122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561"/>
              </a:lnSpc>
              <a:buNone/>
            </a:pPr>
            <a:r>
              <a:rPr lang="en-US" sz="768" b="1">
                <a:solidFill>
                  <a:srgbClr val="B7CE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BRIDGING THE GAP TO A  SAFER TOMORROW</a:t>
            </a:r>
            <a:endParaRPr lang="en-US" sz="768"/>
          </a:p>
        </p:txBody>
      </p:sp>
      <p:sp>
        <p:nvSpPr>
          <p:cNvPr id="170" name="Text 9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0200" y="6066971"/>
            <a:ext cx="1074057" cy="137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515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030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2546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061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7576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5092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2607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0122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581"/>
              </a:lnSpc>
              <a:buNone/>
            </a:pPr>
            <a:r>
              <a:rPr lang="en-US" sz="773" b="1">
                <a:solidFill>
                  <a:srgbClr val="D4D7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SECURITY GAPS</a:t>
            </a:r>
            <a:endParaRPr lang="en-US" sz="773"/>
          </a:p>
        </p:txBody>
      </p:sp>
      <p:pic>
        <p:nvPicPr>
          <p:cNvPr id="172" name="Picture 171">
            <a:extLst>
              <a:ext uri="{FF2B5EF4-FFF2-40B4-BE49-F238E27FC236}">
                <a16:creationId xmlns:a16="http://schemas.microsoft.com/office/drawing/2014/main" id="{72039377-0E62-ED45-5165-DD14BE7FE55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7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4086" y="-8660"/>
            <a:ext cx="1965370" cy="930257"/>
          </a:xfrm>
          <a:prstGeom prst="rect">
            <a:avLst/>
          </a:prstGeom>
        </p:spPr>
      </p:pic>
      <p:sp>
        <p:nvSpPr>
          <p:cNvPr id="147" name="Oval 146" descr="Your startup LOGO">
            <a:extLst>
              <a:ext uri="{FF2B5EF4-FFF2-40B4-BE49-F238E27FC236}">
                <a16:creationId xmlns:a16="http://schemas.microsoft.com/office/drawing/2014/main" id="{323BA73B-AA87-25BB-FF85-B133A1505EC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5499" y="45782"/>
            <a:ext cx="1251857" cy="807334"/>
          </a:xfrm>
          <a:prstGeom prst="ellipse">
            <a:avLst/>
          </a:prstGeom>
          <a:effectLst>
            <a:outerShdw blurRad="63500" dist="38100" dir="2700000">
              <a:srgbClr val="000000">
                <a:alpha val="40000"/>
              </a:srgbClr>
            </a:outerShd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endParaRPr lang="en-US">
              <a:ea typeface="Calibri"/>
              <a:cs typeface="Calibri"/>
            </a:endParaRPr>
          </a:p>
        </p:txBody>
      </p:sp>
      <p:pic>
        <p:nvPicPr>
          <p:cNvPr id="149" name="Picture 148" descr="A blue and black logo&#10;&#10;AI-generated content may be incorrect.">
            <a:extLst>
              <a:ext uri="{FF2B5EF4-FFF2-40B4-BE49-F238E27FC236}">
                <a16:creationId xmlns:a16="http://schemas.microsoft.com/office/drawing/2014/main" id="{D12DB783-0741-A4A0-3700-C980E95B1BA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76"/>
          <a:srcRect/>
          <a:stretch>
            <a:fillRect/>
          </a:stretch>
        </p:blipFill>
        <p:spPr>
          <a:xfrm>
            <a:off x="355282" y="-26704"/>
            <a:ext cx="982980" cy="953192"/>
          </a:xfrm>
          <a:prstGeom prst="rect">
            <a:avLst/>
          </a:prstGeom>
        </p:spPr>
      </p:pic>
      <p:sp>
        <p:nvSpPr>
          <p:cNvPr id="4" name="Text 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789229" y="6694714"/>
            <a:ext cx="105229" cy="163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515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030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2546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061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7576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5092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2607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0122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886"/>
              </a:lnSpc>
              <a:buNone/>
            </a:pPr>
            <a:r>
              <a:rPr lang="en-US" sz="1400" b="1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400">
              <a:solidFill>
                <a:schemeClr val="bg1"/>
              </a:solidFill>
            </a:endParaRPr>
          </a:p>
        </p:txBody>
      </p:sp>
      <p:pic>
        <p:nvPicPr>
          <p:cNvPr id="3" name="Image 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77"/>
          <a:stretch>
            <a:fillRect/>
          </a:stretch>
        </p:blipFill>
        <p:spPr>
          <a:xfrm>
            <a:off x="1" y="6453241"/>
            <a:ext cx="12192000" cy="404759"/>
          </a:xfrm>
          <a:prstGeom prst="rect">
            <a:avLst/>
          </a:prstGeom>
        </p:spPr>
      </p:pic>
      <p:sp>
        <p:nvSpPr>
          <p:cNvPr id="5" name="Text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923972" y="6600371"/>
            <a:ext cx="2877457" cy="2576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515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030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2546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061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7576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50920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26073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01227" algn="l" defTabSz="350307" rtl="0" eaLnBrk="1" latinLnBrk="0" hangingPunct="1">
              <a:defRPr sz="6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237"/>
              </a:lnSpc>
              <a:buNone/>
            </a:pPr>
            <a:r>
              <a:rPr lang="en-US" sz="1400">
                <a:solidFill>
                  <a:schemeClr val="bg1"/>
                </a:solidFill>
                <a:latin typeface="+mj-lt"/>
                <a:ea typeface="Aptos" pitchFamily="34" charset="-122"/>
                <a:cs typeface="Aptos" pitchFamily="34" charset="-120"/>
              </a:rPr>
              <a:t>@SIH Idea submission-NEXTGEN</a:t>
            </a:r>
            <a:endParaRPr lang="en-US" sz="14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42D73CD0-88F8-D9C9-0602-A15DCABFAEC5}"/>
              </a:ext>
            </a:extLst>
          </p:cNvPr>
          <p:cNvSpPr txBox="1"/>
          <p:nvPr/>
        </p:nvSpPr>
        <p:spPr>
          <a:xfrm>
            <a:off x="3797809" y="1689898"/>
            <a:ext cx="16517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rgbClr val="C00000"/>
                </a:solidFill>
              </a:rPr>
              <a:t> breaches involve the human element — including error and misconfiguration (Verizon DBIR, 2023)</a:t>
            </a:r>
            <a:endParaRPr lang="en-IN" sz="80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391056" y="5561517"/>
            <a:ext cx="3545730" cy="656268"/>
          </a:xfrm>
          <a:prstGeom prst="roundRect">
            <a:avLst>
              <a:gd name="adj" fmla="val 15526"/>
            </a:avLst>
          </a:prstGeom>
          <a:solidFill>
            <a:srgbClr val="E2F0FC"/>
          </a:solidFill>
          <a:ln w="28575">
            <a:solidFill>
              <a:srgbClr val="F9FDF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13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391055" y="3158068"/>
            <a:ext cx="3545730" cy="576057"/>
          </a:xfrm>
          <a:prstGeom prst="roundRect">
            <a:avLst>
              <a:gd name="adj" fmla="val 15190"/>
            </a:avLst>
          </a:prstGeom>
          <a:solidFill>
            <a:srgbClr val="E6F2FC"/>
          </a:solidFill>
          <a:ln w="38100">
            <a:solidFill>
              <a:srgbClr val="EDF4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9" name="Rectangle: Top Corners Rounded 138">
            <a:extLst>
              <a:ext uri="{FF2B5EF4-FFF2-40B4-BE49-F238E27FC236}">
                <a16:creationId xmlns:a16="http://schemas.microsoft.com/office/drawing/2014/main" id="{FE588B51-8FA3-75D8-E68D-67CD7682787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307975" y="3021838"/>
            <a:ext cx="3697961" cy="3276000"/>
          </a:xfrm>
          <a:prstGeom prst="round2SameRect">
            <a:avLst>
              <a:gd name="adj1" fmla="val 3727"/>
              <a:gd name="adj2" fmla="val 5466"/>
            </a:avLst>
          </a:prstGeom>
          <a:noFill/>
          <a:ln w="19050">
            <a:solidFill>
              <a:srgbClr val="5E13F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Shape 2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213681" y="5787564"/>
            <a:ext cx="2902166" cy="430220"/>
          </a:xfrm>
          <a:prstGeom prst="roundRect">
            <a:avLst>
              <a:gd name="adj" fmla="val 11864"/>
            </a:avLst>
          </a:prstGeom>
          <a:solidFill>
            <a:srgbClr val="EAF4FD"/>
          </a:solidFill>
          <a:ln w="19050">
            <a:solidFill>
              <a:srgbClr val="E7F2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1" name="Rectangle: Top Corners Rounded 140">
            <a:extLst>
              <a:ext uri="{FF2B5EF4-FFF2-40B4-BE49-F238E27FC236}">
                <a16:creationId xmlns:a16="http://schemas.microsoft.com/office/drawing/2014/main" id="{B1F3B323-1957-2D4A-9D9D-3EC1D0CF087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307975" y="2666645"/>
            <a:ext cx="3697961" cy="459387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5E13F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7" name="Rectangle: Top Corners Rounded 136">
            <a:extLst>
              <a:ext uri="{FF2B5EF4-FFF2-40B4-BE49-F238E27FC236}">
                <a16:creationId xmlns:a16="http://schemas.microsoft.com/office/drawing/2014/main" id="{EBB6C1B8-0408-C313-99B0-1C7B69EA509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55215" y="3062527"/>
            <a:ext cx="7948134" cy="3191715"/>
          </a:xfrm>
          <a:prstGeom prst="round2SameRect">
            <a:avLst>
              <a:gd name="adj1" fmla="val 0"/>
              <a:gd name="adj2" fmla="val 8417"/>
            </a:avLst>
          </a:prstGeom>
          <a:noFill/>
          <a:ln w="19050">
            <a:solidFill>
              <a:srgbClr val="01723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12700">
                <a:solidFill>
                  <a:schemeClr val="tx1"/>
                </a:solidFill>
              </a:ln>
            </a:endParaRPr>
          </a:p>
        </p:txBody>
      </p:sp>
      <p:sp>
        <p:nvSpPr>
          <p:cNvPr id="136" name="Rectangle: Top Corners Rounded 135">
            <a:extLst>
              <a:ext uri="{FF2B5EF4-FFF2-40B4-BE49-F238E27FC236}">
                <a16:creationId xmlns:a16="http://schemas.microsoft.com/office/drawing/2014/main" id="{B08E98B5-072F-190C-3C1D-75FDB12C155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33340" y="2665740"/>
            <a:ext cx="7970009" cy="480608"/>
          </a:xfrm>
          <a:prstGeom prst="round2SameRect">
            <a:avLst>
              <a:gd name="adj1" fmla="val 50000"/>
              <a:gd name="adj2" fmla="val 7192"/>
            </a:avLst>
          </a:prstGeom>
          <a:solidFill>
            <a:srgbClr val="0172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1" name="Rectangle: Top Corners Rounded 130">
            <a:extLst>
              <a:ext uri="{FF2B5EF4-FFF2-40B4-BE49-F238E27FC236}">
                <a16:creationId xmlns:a16="http://schemas.microsoft.com/office/drawing/2014/main" id="{986C57CF-2131-E7ED-010F-FBA4B05679A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26048" y="1085021"/>
            <a:ext cx="7977302" cy="1501414"/>
          </a:xfrm>
          <a:prstGeom prst="round2SameRect">
            <a:avLst/>
          </a:prstGeom>
          <a:solidFill>
            <a:srgbClr val="004AF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Image 2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0643" y="5641726"/>
            <a:ext cx="437512" cy="481263"/>
          </a:xfrm>
          <a:prstGeom prst="rect">
            <a:avLst/>
          </a:prstGeom>
        </p:spPr>
      </p:pic>
      <p:sp>
        <p:nvSpPr>
          <p:cNvPr id="6" name="Text 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02538" y="5794855"/>
            <a:ext cx="2333397" cy="364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110"/>
              </a:lnSpc>
            </a:pPr>
            <a:r>
              <a:rPr lang="en-US" sz="935" i="1">
                <a:solidFill>
                  <a:srgbClr val="718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Aligned with the latest benchmark versions</a:t>
            </a:r>
            <a:endParaRPr lang="en-US" sz="935"/>
          </a:p>
          <a:p>
            <a:pPr>
              <a:lnSpc>
                <a:spcPts val="1110"/>
              </a:lnSpc>
            </a:pPr>
            <a:r>
              <a:rPr lang="en-US" sz="935" i="1">
                <a:solidFill>
                  <a:srgbClr val="718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evolving security guidelines.</a:t>
            </a:r>
            <a:endParaRPr lang="en-US" sz="935"/>
          </a:p>
        </p:txBody>
      </p:sp>
      <p:sp>
        <p:nvSpPr>
          <p:cNvPr id="7" name="Text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09830" y="5619851"/>
            <a:ext cx="1815675" cy="167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078"/>
              </a:lnSpc>
            </a:pPr>
            <a:r>
              <a:rPr lang="en-US" sz="981" b="1">
                <a:solidFill>
                  <a:srgbClr val="5061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Keeps the solution up-to-date</a:t>
            </a:r>
            <a:endParaRPr lang="en-US" sz="981"/>
          </a:p>
        </p:txBody>
      </p:sp>
      <p:sp>
        <p:nvSpPr>
          <p:cNvPr id="8" name="Shape 3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391055" y="4963582"/>
            <a:ext cx="3565721" cy="583349"/>
          </a:xfrm>
          <a:prstGeom prst="roundRect">
            <a:avLst>
              <a:gd name="adj" fmla="val 16250"/>
            </a:avLst>
          </a:prstGeom>
          <a:solidFill>
            <a:srgbClr val="E2EF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3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2309" y="5021918"/>
            <a:ext cx="546890" cy="371885"/>
          </a:xfrm>
          <a:prstGeom prst="rect">
            <a:avLst/>
          </a:prstGeom>
        </p:spPr>
      </p:pic>
      <p:sp>
        <p:nvSpPr>
          <p:cNvPr id="10" name="Text 4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02538" y="5189630"/>
            <a:ext cx="2347981" cy="320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088"/>
              </a:lnSpc>
            </a:pPr>
            <a:r>
              <a:rPr lang="en-US" sz="922" i="1">
                <a:solidFill>
                  <a:srgbClr val="708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 by IT administrators, departments</a:t>
            </a:r>
            <a:endParaRPr lang="en-US" sz="922"/>
          </a:p>
          <a:p>
            <a:pPr>
              <a:lnSpc>
                <a:spcPts val="1088"/>
              </a:lnSpc>
            </a:pPr>
            <a:r>
              <a:rPr lang="en-US" sz="922" i="1">
                <a:solidFill>
                  <a:srgbClr val="708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regulatory bodies.</a:t>
            </a:r>
            <a:endParaRPr lang="en-US" sz="922"/>
          </a:p>
        </p:txBody>
      </p:sp>
      <p:sp>
        <p:nvSpPr>
          <p:cNvPr id="11" name="Text 5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09830" y="5007333"/>
            <a:ext cx="1946928" cy="1604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981"/>
              </a:lnSpc>
            </a:pPr>
            <a:r>
              <a:rPr lang="en-US" sz="956" b="1">
                <a:solidFill>
                  <a:srgbClr val="5063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Builds trust among stakeholders</a:t>
            </a:r>
            <a:endParaRPr lang="en-US" sz="956"/>
          </a:p>
        </p:txBody>
      </p:sp>
      <p:sp>
        <p:nvSpPr>
          <p:cNvPr id="12" name="Shape 6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391055" y="4343774"/>
            <a:ext cx="3565721" cy="583349"/>
          </a:xfrm>
          <a:prstGeom prst="roundRect">
            <a:avLst>
              <a:gd name="adj" fmla="val 18750"/>
            </a:avLst>
          </a:prstGeom>
          <a:solidFill>
            <a:srgbClr val="E2F0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4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8768" y="4394817"/>
            <a:ext cx="488555" cy="466679"/>
          </a:xfrm>
          <a:prstGeom prst="rect">
            <a:avLst/>
          </a:prstGeom>
        </p:spPr>
      </p:pic>
      <p:sp>
        <p:nvSpPr>
          <p:cNvPr id="14" name="Text 7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09830" y="4540654"/>
            <a:ext cx="1874010" cy="350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101"/>
              </a:lnSpc>
            </a:pPr>
            <a:r>
              <a:rPr lang="en-US" sz="926" i="1">
                <a:solidFill>
                  <a:srgbClr val="708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Using well-documented and widely</a:t>
            </a:r>
            <a:endParaRPr lang="en-US" sz="926"/>
          </a:p>
          <a:p>
            <a:pPr>
              <a:lnSpc>
                <a:spcPts val="1101"/>
              </a:lnSpc>
            </a:pPr>
            <a:r>
              <a:rPr lang="en-US" sz="926" i="1">
                <a:solidFill>
                  <a:srgbClr val="708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adopted tools.</a:t>
            </a:r>
            <a:endParaRPr lang="en-US" sz="926"/>
          </a:p>
        </p:txBody>
      </p:sp>
      <p:sp>
        <p:nvSpPr>
          <p:cNvPr id="15" name="Text 8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09830" y="4380233"/>
            <a:ext cx="1647962" cy="153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772"/>
              </a:lnSpc>
            </a:pPr>
            <a:r>
              <a:rPr lang="en-US" sz="948" b="1">
                <a:solidFill>
                  <a:srgbClr val="4E62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Enables reliable automation</a:t>
            </a:r>
            <a:endParaRPr lang="en-US" sz="948"/>
          </a:p>
        </p:txBody>
      </p:sp>
      <p:sp>
        <p:nvSpPr>
          <p:cNvPr id="16" name="Shape 9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391055" y="3753133"/>
            <a:ext cx="3565722" cy="561474"/>
          </a:xfrm>
          <a:prstGeom prst="roundRect">
            <a:avLst>
              <a:gd name="adj" fmla="val 19481"/>
            </a:avLst>
          </a:prstGeom>
          <a:solidFill>
            <a:srgbClr val="E3F0FC"/>
          </a:solidFill>
          <a:ln w="9525">
            <a:solidFill>
              <a:srgbClr val="E8F2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7" name="Image 5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80643" y="3775008"/>
            <a:ext cx="437512" cy="481263"/>
          </a:xfrm>
          <a:prstGeom prst="rect">
            <a:avLst/>
          </a:prstGeom>
        </p:spPr>
      </p:pic>
      <p:sp>
        <p:nvSpPr>
          <p:cNvPr id="18" name="Text 1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09830" y="3957305"/>
            <a:ext cx="2078182" cy="320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096"/>
              </a:lnSpc>
            </a:pPr>
            <a:r>
              <a:rPr lang="en-US" sz="929" i="1">
                <a:solidFill>
                  <a:srgbClr val="6D7F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Derived from industry and government</a:t>
            </a:r>
            <a:endParaRPr lang="en-US" sz="929"/>
          </a:p>
          <a:p>
            <a:pPr>
              <a:lnSpc>
                <a:spcPts val="1096"/>
              </a:lnSpc>
            </a:pPr>
            <a:r>
              <a:rPr lang="en-US" sz="929" i="1">
                <a:solidFill>
                  <a:srgbClr val="6D7F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recognized sources.</a:t>
            </a:r>
            <a:endParaRPr lang="en-US" sz="929"/>
          </a:p>
        </p:txBody>
      </p:sp>
      <p:sp>
        <p:nvSpPr>
          <p:cNvPr id="19" name="Text 1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09830" y="3775008"/>
            <a:ext cx="2238603" cy="167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924"/>
              </a:lnSpc>
            </a:pPr>
            <a:r>
              <a:rPr lang="en-US" sz="968" b="1">
                <a:solidFill>
                  <a:srgbClr val="5060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Provides trusted and proven settings</a:t>
            </a:r>
            <a:endParaRPr lang="en-US" sz="968"/>
          </a:p>
        </p:txBody>
      </p:sp>
      <p:pic>
        <p:nvPicPr>
          <p:cNvPr id="23" name="Image 7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3351" y="3235410"/>
            <a:ext cx="437512" cy="430220"/>
          </a:xfrm>
          <a:prstGeom prst="rect">
            <a:avLst/>
          </a:prstGeom>
        </p:spPr>
      </p:pic>
      <p:sp>
        <p:nvSpPr>
          <p:cNvPr id="24" name="Text 14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09830" y="3366664"/>
            <a:ext cx="2041722" cy="298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073"/>
              </a:lnSpc>
            </a:pPr>
            <a:r>
              <a:rPr lang="en-US" sz="909" i="1">
                <a:solidFill>
                  <a:srgbClr val="6E80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configuration is based on official</a:t>
            </a:r>
            <a:endParaRPr lang="en-US" sz="909"/>
          </a:p>
          <a:p>
            <a:pPr>
              <a:lnSpc>
                <a:spcPts val="1073"/>
              </a:lnSpc>
            </a:pPr>
            <a:r>
              <a:rPr lang="en-US" sz="909" i="1">
                <a:solidFill>
                  <a:srgbClr val="6E80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CIS benchmarks.</a:t>
            </a:r>
            <a:endParaRPr lang="en-US" sz="909"/>
          </a:p>
        </p:txBody>
      </p:sp>
      <p:sp>
        <p:nvSpPr>
          <p:cNvPr id="25" name="Text 15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09830" y="3198951"/>
            <a:ext cx="1436498" cy="145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742"/>
              </a:lnSpc>
            </a:pPr>
            <a:r>
              <a:rPr lang="en-US" sz="945" b="1">
                <a:solidFill>
                  <a:srgbClr val="4D5E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Ensures standardization</a:t>
            </a:r>
            <a:endParaRPr lang="en-US" sz="945"/>
          </a:p>
        </p:txBody>
      </p:sp>
      <p:pic>
        <p:nvPicPr>
          <p:cNvPr id="27" name="Image 9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77013" y="1120769"/>
            <a:ext cx="3696231" cy="1453656"/>
          </a:xfrm>
          <a:prstGeom prst="rect">
            <a:avLst/>
          </a:prstGeom>
        </p:spPr>
      </p:pic>
      <p:pic>
        <p:nvPicPr>
          <p:cNvPr id="28" name="Image 1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26335" y="1441612"/>
            <a:ext cx="1137531" cy="1013569"/>
          </a:xfrm>
          <a:prstGeom prst="rect">
            <a:avLst/>
          </a:prstGeom>
        </p:spPr>
      </p:pic>
      <p:pic>
        <p:nvPicPr>
          <p:cNvPr id="29" name="Image 11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86699" y="2251008"/>
            <a:ext cx="1356287" cy="306258"/>
          </a:xfrm>
          <a:prstGeom prst="rect">
            <a:avLst/>
          </a:prstGeom>
        </p:spPr>
      </p:pic>
      <p:sp>
        <p:nvSpPr>
          <p:cNvPr id="30" name="Text 16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968995" y="2316635"/>
            <a:ext cx="1020861" cy="1604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816"/>
              </a:lnSpc>
            </a:pPr>
            <a:r>
              <a:rPr lang="en-US" sz="789" b="1">
                <a:solidFill>
                  <a:srgbClr val="ADB8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BEST PRACTICES</a:t>
            </a:r>
            <a:endParaRPr lang="en-US" sz="789"/>
          </a:p>
        </p:txBody>
      </p:sp>
      <p:pic>
        <p:nvPicPr>
          <p:cNvPr id="31" name="Image 12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79407" y="1995793"/>
            <a:ext cx="1363579" cy="262507"/>
          </a:xfrm>
          <a:prstGeom prst="rect">
            <a:avLst/>
          </a:prstGeom>
        </p:spPr>
      </p:pic>
      <p:sp>
        <p:nvSpPr>
          <p:cNvPr id="32" name="Text 17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917952" y="2054128"/>
            <a:ext cx="1108364" cy="153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875"/>
              </a:lnSpc>
            </a:pPr>
            <a:r>
              <a:rPr lang="en-US" sz="753" b="1">
                <a:solidFill>
                  <a:srgbClr val="A8B4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GPO DOCUMENTATION</a:t>
            </a:r>
            <a:endParaRPr lang="en-US" sz="753"/>
          </a:p>
        </p:txBody>
      </p:sp>
      <p:pic>
        <p:nvPicPr>
          <p:cNvPr id="33" name="Image 13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14814" y="2010377"/>
            <a:ext cx="401053" cy="546890"/>
          </a:xfrm>
          <a:prstGeom prst="rect">
            <a:avLst/>
          </a:prstGeom>
        </p:spPr>
      </p:pic>
      <p:pic>
        <p:nvPicPr>
          <p:cNvPr id="34" name="Image 14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72115" y="1711410"/>
            <a:ext cx="1348995" cy="269799"/>
          </a:xfrm>
          <a:prstGeom prst="rect">
            <a:avLst/>
          </a:prstGeom>
        </p:spPr>
      </p:pic>
      <p:sp>
        <p:nvSpPr>
          <p:cNvPr id="35" name="Text 18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896076" y="1762454"/>
            <a:ext cx="1108364" cy="153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751"/>
              </a:lnSpc>
            </a:pPr>
            <a:r>
              <a:rPr lang="en-US" sz="741">
                <a:solidFill>
                  <a:srgbClr val="A8B6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GUIDELINES</a:t>
            </a:r>
            <a:endParaRPr lang="en-US" sz="741"/>
          </a:p>
        </p:txBody>
      </p:sp>
      <p:pic>
        <p:nvPicPr>
          <p:cNvPr id="36" name="Image 15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757531" y="1361401"/>
            <a:ext cx="1319828" cy="342718"/>
          </a:xfrm>
          <a:prstGeom prst="rect">
            <a:avLst/>
          </a:prstGeom>
        </p:spPr>
      </p:pic>
      <p:sp>
        <p:nvSpPr>
          <p:cNvPr id="37" name="Text 19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954412" y="1456195"/>
            <a:ext cx="977110" cy="175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838"/>
              </a:lnSpc>
            </a:pPr>
            <a:r>
              <a:rPr lang="en-US" sz="814" b="1">
                <a:solidFill>
                  <a:srgbClr val="ADBA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CIS BENCHMARKS</a:t>
            </a:r>
            <a:endParaRPr lang="en-US" sz="814"/>
          </a:p>
        </p:txBody>
      </p:sp>
      <p:pic>
        <p:nvPicPr>
          <p:cNvPr id="40" name="Image 17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315771" y="5896941"/>
            <a:ext cx="196880" cy="204172"/>
          </a:xfrm>
          <a:prstGeom prst="rect">
            <a:avLst/>
          </a:prstGeom>
        </p:spPr>
      </p:pic>
      <p:sp>
        <p:nvSpPr>
          <p:cNvPr id="41" name="Text 2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651196" y="5918817"/>
            <a:ext cx="2092766" cy="204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919"/>
              </a:lnSpc>
            </a:pPr>
            <a:r>
              <a:rPr lang="en-US" sz="800">
                <a:solidFill>
                  <a:srgbClr val="688AFB"/>
                </a:solidFill>
                <a:latin typeface="Aptos"/>
                <a:ea typeface="Aptos" pitchFamily="34" charset="-122"/>
                <a:cs typeface="Aptos" pitchFamily="34" charset="-120"/>
                <a:hlinkClick r:id="rId16"/>
              </a:rPr>
              <a:t>https://csrc.nist.gov/projects/security-content-automation-protocol</a:t>
            </a:r>
            <a:r>
              <a:rPr lang="en-US" sz="800">
                <a:solidFill>
                  <a:srgbClr val="688AFB"/>
                </a:solidFill>
                <a:latin typeface="Aptos"/>
                <a:ea typeface="Aptos" pitchFamily="34" charset="-122"/>
                <a:cs typeface="Aptos" pitchFamily="34" charset="-120"/>
              </a:rPr>
              <a:t> </a:t>
            </a:r>
            <a:endParaRPr lang="en-US" sz="804"/>
          </a:p>
        </p:txBody>
      </p:sp>
      <p:sp>
        <p:nvSpPr>
          <p:cNvPr id="42" name="Shape 2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25034" y="5787564"/>
            <a:ext cx="3870086" cy="430220"/>
          </a:xfrm>
          <a:prstGeom prst="roundRect">
            <a:avLst>
              <a:gd name="adj" fmla="val 17098"/>
            </a:avLst>
          </a:prstGeom>
          <a:solidFill>
            <a:srgbClr val="E5F2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Shape 23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4814" y="5794855"/>
            <a:ext cx="845856" cy="408344"/>
          </a:xfrm>
          <a:prstGeom prst="roundRect">
            <a:avLst>
              <a:gd name="adj" fmla="val 4018"/>
            </a:avLst>
          </a:prstGeom>
          <a:solidFill>
            <a:srgbClr val="FDFDFD"/>
          </a:solidFill>
          <a:ln w="47625">
            <a:solidFill>
              <a:srgbClr val="FAFCF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25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1090" y="5993947"/>
            <a:ext cx="3284761" cy="1889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IN" sz="800" i="1">
                <a:solidFill>
                  <a:schemeClr val="tx2">
                    <a:lumMod val="60000"/>
                    <a:lumOff val="40000"/>
                  </a:schemeClr>
                </a:solidFill>
              </a:rPr>
              <a:t>Federal standard for automated compliance checking against CIS/NIST/STIG — validates your rule-engine approach</a:t>
            </a:r>
            <a:endParaRPr lang="en-US" sz="810" i="1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7" name="Text 26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8383" y="5838606"/>
            <a:ext cx="2844897" cy="119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IN" sz="1000" b="1">
                <a:solidFill>
                  <a:schemeClr val="tx2">
                    <a:lumMod val="60000"/>
                    <a:lumOff val="40000"/>
                  </a:schemeClr>
                </a:solidFill>
              </a:rPr>
              <a:t>NIST SCAP </a:t>
            </a:r>
            <a:r>
              <a:rPr lang="en-IN" sz="1000">
                <a:solidFill>
                  <a:schemeClr val="tx2">
                    <a:lumMod val="60000"/>
                    <a:lumOff val="40000"/>
                  </a:schemeClr>
                </a:solidFill>
              </a:rPr>
              <a:t>—</a:t>
            </a:r>
            <a:r>
              <a:rPr lang="en-IN" sz="1000" b="1">
                <a:solidFill>
                  <a:schemeClr val="tx2">
                    <a:lumMod val="60000"/>
                    <a:lumOff val="40000"/>
                  </a:schemeClr>
                </a:solidFill>
              </a:rPr>
              <a:t>Security Content Automation Protocol</a:t>
            </a:r>
            <a:endParaRPr lang="en-US" sz="1000" b="1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8" name="Shape 27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5426" y="5802147"/>
            <a:ext cx="408344" cy="401053"/>
          </a:xfrm>
          <a:prstGeom prst="roundRect">
            <a:avLst>
              <a:gd name="adj" fmla="val 50000"/>
            </a:avLst>
          </a:prstGeom>
          <a:solidFill>
            <a:srgbClr val="ADF8CC"/>
          </a:solidFill>
          <a:ln w="9525">
            <a:solidFill>
              <a:srgbClr val="B9F1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28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44804" y="5904233"/>
            <a:ext cx="196880" cy="175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974"/>
              </a:lnSpc>
            </a:pPr>
            <a:r>
              <a:rPr lang="en-US" sz="1352">
                <a:solidFill>
                  <a:srgbClr val="324C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352"/>
          </a:p>
        </p:txBody>
      </p:sp>
      <p:pic>
        <p:nvPicPr>
          <p:cNvPr id="50" name="Image 19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33360" y="5342760"/>
            <a:ext cx="4168407" cy="430220"/>
          </a:xfrm>
          <a:prstGeom prst="rect">
            <a:avLst/>
          </a:prstGeom>
        </p:spPr>
      </p:pic>
      <p:pic>
        <p:nvPicPr>
          <p:cNvPr id="51" name="Image 2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8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47943" y="5459429"/>
            <a:ext cx="597933" cy="182297"/>
          </a:xfrm>
          <a:prstGeom prst="rect">
            <a:avLst/>
          </a:prstGeom>
        </p:spPr>
      </p:pic>
      <p:sp>
        <p:nvSpPr>
          <p:cNvPr id="52" name="Text 29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1091" y="5561515"/>
            <a:ext cx="2435483" cy="145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968"/>
              </a:lnSpc>
            </a:pPr>
            <a:r>
              <a:rPr lang="en-US" sz="800" i="1">
                <a:solidFill>
                  <a:srgbClr val="7588C3"/>
                </a:solidFill>
                <a:latin typeface="+mj-lt"/>
                <a:ea typeface="Aptos" pitchFamily="34" charset="-122"/>
                <a:cs typeface="Aptos" pitchFamily="34" charset="-120"/>
              </a:rPr>
              <a:t>Guidelines for secure configuration and compliance</a:t>
            </a:r>
            <a:r>
              <a:rPr lang="en-US" sz="808" i="1">
                <a:solidFill>
                  <a:srgbClr val="7588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808"/>
          </a:p>
        </p:txBody>
      </p:sp>
      <p:sp>
        <p:nvSpPr>
          <p:cNvPr id="53" name="Text 3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1092" y="5393802"/>
            <a:ext cx="2715028" cy="167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933"/>
              </a:lnSpc>
            </a:pPr>
            <a:r>
              <a:rPr lang="en-US" sz="1000" b="1">
                <a:solidFill>
                  <a:srgbClr val="5268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Cybersecurity Framework</a:t>
            </a:r>
            <a:endParaRPr lang="en-US" sz="1000"/>
          </a:p>
        </p:txBody>
      </p:sp>
      <p:sp>
        <p:nvSpPr>
          <p:cNvPr id="54" name="Shape 3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213681" y="5342760"/>
            <a:ext cx="2902166" cy="415636"/>
          </a:xfrm>
          <a:prstGeom prst="roundRect">
            <a:avLst>
              <a:gd name="adj" fmla="val 10965"/>
            </a:avLst>
          </a:prstGeom>
          <a:solidFill>
            <a:srgbClr val="EAF4FD"/>
          </a:solidFill>
          <a:ln w="19050">
            <a:solidFill>
              <a:srgbClr val="E7F3F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5" name="Image 21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308479" y="5452137"/>
            <a:ext cx="204172" cy="204172"/>
          </a:xfrm>
          <a:prstGeom prst="rect">
            <a:avLst/>
          </a:prstGeom>
        </p:spPr>
      </p:pic>
      <p:sp>
        <p:nvSpPr>
          <p:cNvPr id="56" name="Text 3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651196" y="5481305"/>
            <a:ext cx="1713589" cy="145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880"/>
              </a:lnSpc>
            </a:pPr>
            <a:r>
              <a:rPr lang="en-US" sz="800">
                <a:solidFill>
                  <a:srgbClr val="6C8FFB"/>
                </a:solidFill>
                <a:latin typeface="Aptos"/>
                <a:ea typeface="Aptos" pitchFamily="34" charset="-122"/>
                <a:cs typeface="Aptos" pitchFamily="34" charset="-120"/>
                <a:hlinkClick r:id="rId20"/>
              </a:rPr>
              <a:t>https://www.nist.gov/cyberframework</a:t>
            </a:r>
            <a:r>
              <a:rPr lang="en-US" sz="800">
                <a:solidFill>
                  <a:srgbClr val="6C8FFB"/>
                </a:solidFill>
                <a:latin typeface="Aptos"/>
                <a:ea typeface="Aptos" pitchFamily="34" charset="-122"/>
                <a:cs typeface="Aptos" pitchFamily="34" charset="-120"/>
              </a:rPr>
              <a:t> </a:t>
            </a:r>
            <a:endParaRPr lang="en-US" sz="803"/>
          </a:p>
        </p:txBody>
      </p:sp>
      <p:sp>
        <p:nvSpPr>
          <p:cNvPr id="57" name="Shape 33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42718" y="5357343"/>
            <a:ext cx="401053" cy="401053"/>
          </a:xfrm>
          <a:prstGeom prst="roundRect">
            <a:avLst>
              <a:gd name="adj" fmla="val 49545"/>
            </a:avLst>
          </a:prstGeom>
          <a:solidFill>
            <a:srgbClr val="AEFBD2"/>
          </a:solidFill>
          <a:ln w="9525">
            <a:solidFill>
              <a:srgbClr val="C7FB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34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44804" y="5474013"/>
            <a:ext cx="204172" cy="1604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034"/>
              </a:lnSpc>
            </a:pPr>
            <a:r>
              <a:rPr lang="en-US" sz="1367">
                <a:solidFill>
                  <a:srgbClr val="2D46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367"/>
          </a:p>
        </p:txBody>
      </p:sp>
      <p:sp>
        <p:nvSpPr>
          <p:cNvPr id="59" name="Shape 35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206393" y="4897956"/>
            <a:ext cx="2909455" cy="422928"/>
          </a:xfrm>
          <a:prstGeom prst="roundRect">
            <a:avLst>
              <a:gd name="adj" fmla="val 8621"/>
            </a:avLst>
          </a:prstGeom>
          <a:solidFill>
            <a:srgbClr val="E9F4F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0" name="Image 22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308479" y="5007334"/>
            <a:ext cx="204172" cy="204172"/>
          </a:xfrm>
          <a:prstGeom prst="rect">
            <a:avLst/>
          </a:prstGeom>
        </p:spPr>
      </p:pic>
      <p:sp>
        <p:nvSpPr>
          <p:cNvPr id="61" name="Text 36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651197" y="4927123"/>
            <a:ext cx="2340689" cy="328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927"/>
              </a:lnSpc>
            </a:pPr>
            <a:r>
              <a:rPr lang="en-US" sz="750">
                <a:solidFill>
                  <a:srgbClr val="696EFE"/>
                </a:solidFill>
                <a:latin typeface="Calibri"/>
                <a:ea typeface="Calibri"/>
                <a:cs typeface="Calibri"/>
                <a:hlinkClick r:id="rId22"/>
              </a:rPr>
              <a:t>https://www.juniper.net/documentation/ </a:t>
            </a:r>
            <a:endParaRPr lang="en-US">
              <a:solidFill>
                <a:srgbClr val="696EFE"/>
              </a:solidFill>
            </a:endParaRPr>
          </a:p>
        </p:txBody>
      </p:sp>
      <p:sp>
        <p:nvSpPr>
          <p:cNvPr id="62" name="Shape 37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33379" y="4897956"/>
            <a:ext cx="3472868" cy="430220"/>
          </a:xfrm>
          <a:prstGeom prst="roundRect">
            <a:avLst>
              <a:gd name="adj" fmla="val 14054"/>
            </a:avLst>
          </a:prstGeom>
          <a:solidFill>
            <a:srgbClr val="E5F2F6"/>
          </a:solidFill>
          <a:ln w="9525">
            <a:solidFill>
              <a:srgbClr val="E9F4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Text 38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1091" y="5094837"/>
            <a:ext cx="3266756" cy="1458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IN" sz="800" i="1">
                <a:solidFill>
                  <a:schemeClr val="tx2">
                    <a:lumMod val="60000"/>
                    <a:lumOff val="40000"/>
                  </a:schemeClr>
                </a:solidFill>
              </a:rPr>
              <a:t>Vendor configuration references (Junos, </a:t>
            </a:r>
            <a:r>
              <a:rPr lang="en-IN" sz="800" i="1" err="1">
                <a:solidFill>
                  <a:schemeClr val="tx2">
                    <a:lumMod val="60000"/>
                    <a:lumOff val="40000"/>
                  </a:schemeClr>
                </a:solidFill>
              </a:rPr>
              <a:t>FortiOS</a:t>
            </a:r>
            <a:r>
              <a:rPr lang="en-IN" sz="800" i="1">
                <a:solidFill>
                  <a:schemeClr val="tx2">
                    <a:lumMod val="60000"/>
                    <a:lumOff val="40000"/>
                  </a:schemeClr>
                </a:solidFill>
              </a:rPr>
              <a:t>, PAN-OS) guiding parser normalization to CSM</a:t>
            </a:r>
            <a:endParaRPr lang="en-US" sz="812" i="1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5" name="Text 39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1091" y="4934415"/>
            <a:ext cx="2613429" cy="1020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IN" sz="1000" b="1">
                <a:solidFill>
                  <a:schemeClr val="tx2">
                    <a:lumMod val="60000"/>
                    <a:lumOff val="40000"/>
                  </a:schemeClr>
                </a:solidFill>
              </a:rPr>
              <a:t>Multi-Vendor CLI &amp; Config Documentation</a:t>
            </a:r>
            <a:endParaRPr lang="en-US" sz="1000" b="1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6" name="Shape 4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5426" y="4919831"/>
            <a:ext cx="408344" cy="393761"/>
          </a:xfrm>
          <a:prstGeom prst="roundRect">
            <a:avLst>
              <a:gd name="adj" fmla="val 48611"/>
            </a:avLst>
          </a:prstGeom>
          <a:solidFill>
            <a:srgbClr val="ADFAD0"/>
          </a:solidFill>
          <a:ln w="9525">
            <a:solidFill>
              <a:srgbClr val="C7FB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Text 4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44804" y="5029209"/>
            <a:ext cx="196880" cy="167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034"/>
              </a:lnSpc>
            </a:pPr>
            <a:r>
              <a:rPr lang="en-US" sz="1309">
                <a:solidFill>
                  <a:srgbClr val="314C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309"/>
          </a:p>
        </p:txBody>
      </p:sp>
      <p:sp>
        <p:nvSpPr>
          <p:cNvPr id="68" name="Shape 4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213683" y="4475027"/>
            <a:ext cx="2909456" cy="401053"/>
          </a:xfrm>
          <a:prstGeom prst="roundRect">
            <a:avLst>
              <a:gd name="adj" fmla="val 8636"/>
            </a:avLst>
          </a:prstGeom>
          <a:solidFill>
            <a:srgbClr val="E9F3FD"/>
          </a:solidFill>
          <a:ln w="9525">
            <a:solidFill>
              <a:srgbClr val="E6F2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9" name="Image 24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308479" y="4577113"/>
            <a:ext cx="204172" cy="204172"/>
          </a:xfrm>
          <a:prstGeom prst="rect">
            <a:avLst/>
          </a:prstGeom>
        </p:spPr>
      </p:pic>
      <p:sp>
        <p:nvSpPr>
          <p:cNvPr id="70" name="Text 43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651196" y="4584406"/>
            <a:ext cx="2092766" cy="153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874"/>
              </a:lnSpc>
            </a:pPr>
            <a:r>
              <a:rPr lang="en-US" sz="800">
                <a:solidFill>
                  <a:srgbClr val="6E8FFB"/>
                </a:solidFill>
                <a:latin typeface="Calibri"/>
                <a:ea typeface="Calibri"/>
                <a:cs typeface="Calibri"/>
                <a:hlinkClick r:id="rId24"/>
              </a:rPr>
              <a:t>https://www.cisco.com/c/en/us/support/ios-nx-os-software/ios-15-2m-t/tsd-products-support-series-home.html</a:t>
            </a:r>
            <a:endParaRPr lang="en-US"/>
          </a:p>
        </p:txBody>
      </p:sp>
      <p:sp>
        <p:nvSpPr>
          <p:cNvPr id="71" name="Shape 44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6489" y="4475027"/>
            <a:ext cx="4008632" cy="408344"/>
          </a:xfrm>
          <a:prstGeom prst="roundRect">
            <a:avLst>
              <a:gd name="adj" fmla="val 19920"/>
            </a:avLst>
          </a:prstGeom>
          <a:solidFill>
            <a:srgbClr val="E5F2F6"/>
          </a:solidFill>
          <a:ln w="9525">
            <a:solidFill>
              <a:srgbClr val="DEEE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Shape 45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4814" y="4475027"/>
            <a:ext cx="845856" cy="401053"/>
          </a:xfrm>
          <a:prstGeom prst="roundRect">
            <a:avLst>
              <a:gd name="adj" fmla="val 5909"/>
            </a:avLst>
          </a:prstGeom>
          <a:solidFill>
            <a:srgbClr val="FAFBFC"/>
          </a:solidFill>
          <a:ln w="9525">
            <a:solidFill>
              <a:srgbClr val="F2F9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4" name="Text 46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1091" y="4679200"/>
            <a:ext cx="2253187" cy="138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976"/>
              </a:lnSpc>
            </a:pPr>
            <a:r>
              <a:rPr lang="en-US" sz="800" i="1">
                <a:solidFill>
                  <a:srgbClr val="7C8EC6"/>
                </a:solidFill>
                <a:latin typeface="+mj-lt"/>
                <a:ea typeface="Aptos" pitchFamily="34" charset="-122"/>
                <a:cs typeface="Aptos" pitchFamily="34" charset="-120"/>
              </a:rPr>
              <a:t>Scripting and automation for GPO management</a:t>
            </a:r>
            <a:r>
              <a:rPr lang="en-US" sz="792" i="1">
                <a:solidFill>
                  <a:srgbClr val="7C8E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792"/>
          </a:p>
        </p:txBody>
      </p:sp>
      <p:sp>
        <p:nvSpPr>
          <p:cNvPr id="75" name="Text 47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1090" y="4518779"/>
            <a:ext cx="3294030" cy="138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IN" sz="1000" b="1">
                <a:solidFill>
                  <a:schemeClr val="tx2">
                    <a:lumMod val="60000"/>
                    <a:lumOff val="40000"/>
                  </a:schemeClr>
                </a:solidFill>
              </a:rPr>
              <a:t>Cisco IOS/IOS-XE Configuration Fundamentals</a:t>
            </a:r>
            <a:endParaRPr lang="en-US" sz="1000" b="1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6" name="Shape 48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42718" y="4482319"/>
            <a:ext cx="401053" cy="393761"/>
          </a:xfrm>
          <a:prstGeom prst="roundRect">
            <a:avLst>
              <a:gd name="adj" fmla="val 50463"/>
            </a:avLst>
          </a:prstGeom>
          <a:solidFill>
            <a:srgbClr val="AFFAD2"/>
          </a:solidFill>
          <a:ln w="9525">
            <a:solidFill>
              <a:srgbClr val="C5FB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7" name="Text 49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44804" y="4591697"/>
            <a:ext cx="204172" cy="1604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009"/>
              </a:lnSpc>
            </a:pPr>
            <a:r>
              <a:rPr lang="en-US" sz="1402">
                <a:solidFill>
                  <a:srgbClr val="2F4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402"/>
          </a:p>
        </p:txBody>
      </p:sp>
      <p:sp>
        <p:nvSpPr>
          <p:cNvPr id="78" name="Shape 5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213682" y="4044807"/>
            <a:ext cx="2909456" cy="408344"/>
          </a:xfrm>
          <a:prstGeom prst="roundRect">
            <a:avLst>
              <a:gd name="adj" fmla="val 16071"/>
            </a:avLst>
          </a:prstGeom>
          <a:solidFill>
            <a:srgbClr val="E9F3FD"/>
          </a:solidFill>
          <a:ln w="9525">
            <a:solidFill>
              <a:srgbClr val="E3F0F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9" name="Image 26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315771" y="4146893"/>
            <a:ext cx="196880" cy="204172"/>
          </a:xfrm>
          <a:prstGeom prst="rect">
            <a:avLst/>
          </a:prstGeom>
        </p:spPr>
      </p:pic>
      <p:sp>
        <p:nvSpPr>
          <p:cNvPr id="80" name="Text 5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610556" y="4154185"/>
            <a:ext cx="2407337" cy="1604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955"/>
              </a:lnSpc>
            </a:pPr>
            <a:r>
              <a:rPr lang="en-US" sz="800">
                <a:solidFill>
                  <a:srgbClr val="6D8DFB"/>
                </a:solidFill>
                <a:latin typeface="Calibri"/>
                <a:ea typeface="Calibri"/>
                <a:cs typeface="Calibri"/>
                <a:hlinkClick r:id="rId26"/>
              </a:rPr>
              <a:t>https://csrc.nist.gov/pubs/sp/800/53/r5/upd1/final</a:t>
            </a:r>
            <a:r>
              <a:rPr lang="en-US" sz="800">
                <a:solidFill>
                  <a:srgbClr val="6D8DFB"/>
                </a:solidFill>
                <a:latin typeface="Calibri"/>
                <a:ea typeface="Calibri"/>
                <a:cs typeface="Calibri"/>
              </a:rPr>
              <a:t>  </a:t>
            </a:r>
            <a:endParaRPr lang="en-US"/>
          </a:p>
        </p:txBody>
      </p:sp>
      <p:sp>
        <p:nvSpPr>
          <p:cNvPr id="81" name="Shape 5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22947" y="4044807"/>
            <a:ext cx="3970957" cy="408344"/>
          </a:xfrm>
          <a:prstGeom prst="roundRect">
            <a:avLst>
              <a:gd name="adj" fmla="val 19392"/>
            </a:avLst>
          </a:prstGeom>
          <a:solidFill>
            <a:srgbClr val="E5F3F6"/>
          </a:solidFill>
          <a:ln w="19050">
            <a:solidFill>
              <a:srgbClr val="DFEE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2" name="Shape 53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4814" y="4052099"/>
            <a:ext cx="845856" cy="393761"/>
          </a:xfrm>
          <a:prstGeom prst="roundRect">
            <a:avLst>
              <a:gd name="adj" fmla="val 3241"/>
            </a:avLst>
          </a:prstGeom>
          <a:solidFill>
            <a:srgbClr val="FCFC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3" name="Image 27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79196" y="4073974"/>
            <a:ext cx="284383" cy="350010"/>
          </a:xfrm>
          <a:prstGeom prst="rect">
            <a:avLst/>
          </a:prstGeom>
        </p:spPr>
      </p:pic>
      <p:sp>
        <p:nvSpPr>
          <p:cNvPr id="84" name="Text 54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78230" y="4264220"/>
            <a:ext cx="3252173" cy="1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IN" sz="800" i="1">
                <a:solidFill>
                  <a:schemeClr val="tx2">
                    <a:lumMod val="60000"/>
                    <a:lumOff val="40000"/>
                  </a:schemeClr>
                </a:solidFill>
              </a:rPr>
              <a:t>Federal control </a:t>
            </a:r>
            <a:r>
              <a:rPr lang="en-IN" sz="800" i="1" err="1">
                <a:solidFill>
                  <a:schemeClr val="tx2">
                    <a:lumMod val="60000"/>
                    <a:lumOff val="40000"/>
                  </a:schemeClr>
                </a:solidFill>
              </a:rPr>
              <a:t>catalog</a:t>
            </a:r>
            <a:r>
              <a:rPr lang="en-IN" sz="800" i="1">
                <a:solidFill>
                  <a:schemeClr val="tx2">
                    <a:lumMod val="60000"/>
                    <a:lumOff val="40000"/>
                  </a:schemeClr>
                </a:solidFill>
              </a:rPr>
              <a:t> (e.g. AC-17 Remote Access) mapped to internal compliance rules</a:t>
            </a:r>
            <a:endParaRPr lang="en-US" sz="800" i="1">
              <a:solidFill>
                <a:schemeClr val="tx2">
                  <a:lumMod val="60000"/>
                  <a:lumOff val="40000"/>
                </a:schemeClr>
              </a:solidFill>
              <a:latin typeface="+mj-lt"/>
            </a:endParaRPr>
          </a:p>
        </p:txBody>
      </p:sp>
      <p:sp>
        <p:nvSpPr>
          <p:cNvPr id="85" name="Text 55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1090" y="4088558"/>
            <a:ext cx="2435483" cy="167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IN" sz="1000" b="1">
                <a:solidFill>
                  <a:schemeClr val="tx2">
                    <a:lumMod val="60000"/>
                    <a:lumOff val="40000"/>
                  </a:schemeClr>
                </a:solidFill>
              </a:rPr>
              <a:t>NIST SP 800-53 Security Controls</a:t>
            </a:r>
            <a:endParaRPr lang="en-US" sz="1000" b="1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6" name="Shape 56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5426" y="4059391"/>
            <a:ext cx="408344" cy="386469"/>
          </a:xfrm>
          <a:prstGeom prst="roundRect">
            <a:avLst>
              <a:gd name="adj" fmla="val 50943"/>
            </a:avLst>
          </a:prstGeom>
          <a:solidFill>
            <a:srgbClr val="AFFAD1"/>
          </a:solidFill>
          <a:ln w="9525">
            <a:solidFill>
              <a:srgbClr val="E0FC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7" name="Text 57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44804" y="4161477"/>
            <a:ext cx="196880" cy="167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011"/>
              </a:lnSpc>
            </a:pPr>
            <a:r>
              <a:rPr lang="en-US" sz="1282">
                <a:solidFill>
                  <a:srgbClr val="2F49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282"/>
          </a:p>
        </p:txBody>
      </p:sp>
      <p:sp>
        <p:nvSpPr>
          <p:cNvPr id="88" name="Shape 58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73990" y="3621879"/>
            <a:ext cx="3934497" cy="401053"/>
          </a:xfrm>
          <a:prstGeom prst="roundRect">
            <a:avLst>
              <a:gd name="adj" fmla="val 15791"/>
            </a:avLst>
          </a:prstGeom>
          <a:solidFill>
            <a:srgbClr val="E5F2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9" name="Shape 59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4814" y="3636463"/>
            <a:ext cx="845856" cy="379177"/>
          </a:xfrm>
          <a:prstGeom prst="roundRect">
            <a:avLst>
              <a:gd name="adj" fmla="val 1442"/>
            </a:avLst>
          </a:prstGeom>
          <a:solidFill>
            <a:srgbClr val="FCF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Text 6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3798" y="3658338"/>
            <a:ext cx="3223210" cy="3354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IN" sz="1000" b="1">
                <a:solidFill>
                  <a:schemeClr val="tx2">
                    <a:lumMod val="60000"/>
                    <a:lumOff val="40000"/>
                  </a:schemeClr>
                </a:solidFill>
                <a:latin typeface="Aptos" panose="020B0004020202020204" pitchFamily="34" charset="0"/>
              </a:rPr>
              <a:t>DISA Security Technical Implementation Guides (STIG) </a:t>
            </a:r>
            <a:r>
              <a:rPr lang="en-IN" sz="800" i="1">
                <a:solidFill>
                  <a:schemeClr val="tx2">
                    <a:lumMod val="60000"/>
                    <a:lumOff val="40000"/>
                  </a:schemeClr>
                </a:solidFill>
              </a:rPr>
              <a:t>DoD-grade configuration security requirements for network infrastructure devices</a:t>
            </a:r>
            <a:endParaRPr lang="en-US" sz="800" i="1">
              <a:solidFill>
                <a:schemeClr val="tx2">
                  <a:lumMod val="60000"/>
                  <a:lumOff val="40000"/>
                </a:schemeClr>
              </a:solidFill>
              <a:latin typeface="+mj-lt"/>
            </a:endParaRPr>
          </a:p>
        </p:txBody>
      </p:sp>
      <p:sp>
        <p:nvSpPr>
          <p:cNvPr id="92" name="Shape 6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213681" y="3621879"/>
            <a:ext cx="2909457" cy="393761"/>
          </a:xfrm>
          <a:prstGeom prst="roundRect">
            <a:avLst>
              <a:gd name="adj" fmla="val 19444"/>
            </a:avLst>
          </a:prstGeom>
          <a:solidFill>
            <a:srgbClr val="E9F4F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3" name="Image 29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315771" y="3716673"/>
            <a:ext cx="196880" cy="204172"/>
          </a:xfrm>
          <a:prstGeom prst="rect">
            <a:avLst/>
          </a:prstGeom>
        </p:spPr>
      </p:pic>
      <p:sp>
        <p:nvSpPr>
          <p:cNvPr id="95" name="Shape 63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5426" y="3636463"/>
            <a:ext cx="408344" cy="379177"/>
          </a:xfrm>
          <a:prstGeom prst="roundRect">
            <a:avLst>
              <a:gd name="adj" fmla="val 50120"/>
            </a:avLst>
          </a:prstGeom>
          <a:solidFill>
            <a:srgbClr val="AEF9CF"/>
          </a:solidFill>
          <a:ln w="9525">
            <a:solidFill>
              <a:srgbClr val="C0FB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6" name="Text 64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44804" y="3738549"/>
            <a:ext cx="196880" cy="167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958"/>
              </a:lnSpc>
            </a:pPr>
            <a:r>
              <a:rPr lang="en-US" sz="1282">
                <a:solidFill>
                  <a:srgbClr val="2B4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82"/>
          </a:p>
        </p:txBody>
      </p:sp>
      <p:sp>
        <p:nvSpPr>
          <p:cNvPr id="97" name="Shape 65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5426" y="3206242"/>
            <a:ext cx="408344" cy="393761"/>
          </a:xfrm>
          <a:prstGeom prst="roundRect">
            <a:avLst>
              <a:gd name="adj" fmla="val 49074"/>
            </a:avLst>
          </a:prstGeom>
          <a:solidFill>
            <a:srgbClr val="AEF8CC"/>
          </a:solidFill>
          <a:ln w="9525">
            <a:solidFill>
              <a:srgbClr val="B5F0C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8" name="Text 66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52096" y="3301037"/>
            <a:ext cx="182297" cy="175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006"/>
              </a:lnSpc>
            </a:pPr>
            <a:r>
              <a:rPr lang="en-US" sz="1253" b="1">
                <a:solidFill>
                  <a:srgbClr val="2E48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253"/>
          </a:p>
        </p:txBody>
      </p:sp>
      <p:sp>
        <p:nvSpPr>
          <p:cNvPr id="99" name="Text 67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583242" y="2700815"/>
            <a:ext cx="1312536" cy="364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249"/>
              </a:lnSpc>
            </a:pPr>
            <a:r>
              <a:rPr lang="en-US" sz="1050" i="1">
                <a:solidFill>
                  <a:schemeClr val="bg1">
                    <a:lumMod val="7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Trusted References.</a:t>
            </a:r>
            <a:endParaRPr lang="en-US" sz="1050">
              <a:solidFill>
                <a:schemeClr val="bg1">
                  <a:lumMod val="75000"/>
                </a:schemeClr>
              </a:solidFill>
            </a:endParaRPr>
          </a:p>
          <a:p>
            <a:pPr>
              <a:lnSpc>
                <a:spcPts val="1249"/>
              </a:lnSpc>
            </a:pPr>
            <a:r>
              <a:rPr lang="en-US" sz="1050" i="1">
                <a:solidFill>
                  <a:schemeClr val="bg1">
                    <a:lumMod val="7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Stronger Foundations</a:t>
            </a:r>
            <a:r>
              <a:rPr lang="en-US" sz="1014" i="1">
                <a:solidFill>
                  <a:schemeClr val="bg1">
                    <a:lumMod val="7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014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100" name="Image 3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416842" y="2768731"/>
            <a:ext cx="7292" cy="284383"/>
          </a:xfrm>
          <a:prstGeom prst="rect">
            <a:avLst/>
          </a:prstGeom>
        </p:spPr>
      </p:pic>
      <p:sp>
        <p:nvSpPr>
          <p:cNvPr id="101" name="Text 68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93780" y="2815350"/>
            <a:ext cx="4491680" cy="226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088"/>
              </a:lnSpc>
            </a:pPr>
            <a:r>
              <a:rPr lang="en-US" b="1">
                <a:solidFill>
                  <a:srgbClr val="D3EA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ACADEMIC &amp; GOVERNMENT SOURCES</a:t>
            </a:r>
            <a:endParaRPr lang="en-US"/>
          </a:p>
        </p:txBody>
      </p:sp>
      <p:sp>
        <p:nvSpPr>
          <p:cNvPr id="105" name="Shape 69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40670" y="3184367"/>
            <a:ext cx="3479970" cy="430220"/>
          </a:xfrm>
          <a:prstGeom prst="roundRect">
            <a:avLst>
              <a:gd name="adj" fmla="val 27839"/>
            </a:avLst>
          </a:prstGeom>
          <a:solidFill>
            <a:srgbClr val="E4F2F6"/>
          </a:solidFill>
          <a:ln w="9525">
            <a:solidFill>
              <a:srgbClr val="EBF5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6" name="Image 34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013570" y="3191659"/>
            <a:ext cx="401053" cy="401053"/>
          </a:xfrm>
          <a:prstGeom prst="rect">
            <a:avLst/>
          </a:prstGeom>
        </p:spPr>
      </p:pic>
      <p:sp>
        <p:nvSpPr>
          <p:cNvPr id="107" name="Text 7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1091" y="3337496"/>
            <a:ext cx="3040708" cy="262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012"/>
              </a:lnSpc>
            </a:pPr>
            <a:r>
              <a:rPr lang="en-US" sz="800" i="1">
                <a:solidFill>
                  <a:srgbClr val="768AC4"/>
                </a:solidFill>
                <a:latin typeface="+mj-lt"/>
                <a:ea typeface="Aptos" pitchFamily="34" charset="-122"/>
                <a:cs typeface="Aptos" pitchFamily="34" charset="-120"/>
              </a:rPr>
              <a:t>Official benchmark documents for Windows, Active Directory and</a:t>
            </a:r>
            <a:endParaRPr lang="en-US" sz="800" i="1">
              <a:latin typeface="+mj-lt"/>
            </a:endParaRPr>
          </a:p>
          <a:p>
            <a:pPr>
              <a:lnSpc>
                <a:spcPts val="1012"/>
              </a:lnSpc>
            </a:pPr>
            <a:r>
              <a:rPr lang="en-US" sz="800" i="1">
                <a:solidFill>
                  <a:srgbClr val="768AC4"/>
                </a:solidFill>
                <a:latin typeface="+mj-lt"/>
                <a:ea typeface="Aptos" pitchFamily="34" charset="-122"/>
                <a:cs typeface="Aptos" pitchFamily="34" charset="-120"/>
              </a:rPr>
              <a:t>enterprise systems</a:t>
            </a:r>
            <a:endParaRPr lang="en-US" sz="800" i="1">
              <a:latin typeface="+mj-lt"/>
            </a:endParaRPr>
          </a:p>
        </p:txBody>
      </p:sp>
      <p:sp>
        <p:nvSpPr>
          <p:cNvPr id="108" name="Text 7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1091" y="3220945"/>
            <a:ext cx="2843828" cy="122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844"/>
              </a:lnSpc>
            </a:pPr>
            <a:r>
              <a:rPr lang="en-US" sz="1000" b="1">
                <a:solidFill>
                  <a:srgbClr val="586B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Center for Internet Security (CIS) Benchmarks</a:t>
            </a:r>
            <a:endParaRPr lang="en-US" sz="1000"/>
          </a:p>
        </p:txBody>
      </p:sp>
      <p:sp>
        <p:nvSpPr>
          <p:cNvPr id="109" name="Text 7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93780" y="3293745"/>
            <a:ext cx="320842" cy="189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148"/>
              </a:lnSpc>
            </a:pPr>
            <a:r>
              <a:rPr lang="en-US" sz="1091" b="1">
                <a:solidFill>
                  <a:srgbClr val="202E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CIS.</a:t>
            </a:r>
            <a:endParaRPr lang="en-US" sz="1091"/>
          </a:p>
        </p:txBody>
      </p:sp>
      <p:sp>
        <p:nvSpPr>
          <p:cNvPr id="110" name="Shape 73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213681" y="3185024"/>
            <a:ext cx="2909458" cy="430220"/>
          </a:xfrm>
          <a:prstGeom prst="roundRect">
            <a:avLst>
              <a:gd name="adj" fmla="val 21796"/>
            </a:avLst>
          </a:prstGeom>
          <a:solidFill>
            <a:srgbClr val="EAF4FD"/>
          </a:solidFill>
          <a:ln w="9525">
            <a:solidFill>
              <a:srgbClr val="F0F7F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1" name="Image 35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323062" y="3293745"/>
            <a:ext cx="189589" cy="204172"/>
          </a:xfrm>
          <a:prstGeom prst="rect">
            <a:avLst/>
          </a:prstGeom>
        </p:spPr>
      </p:pic>
      <p:sp>
        <p:nvSpPr>
          <p:cNvPr id="112" name="Text 74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651196" y="3308329"/>
            <a:ext cx="1976096" cy="153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951"/>
              </a:lnSpc>
            </a:pPr>
            <a:r>
              <a:rPr lang="en-US" sz="800">
                <a:solidFill>
                  <a:srgbClr val="4F53FE"/>
                </a:solidFill>
                <a:latin typeface="Aptos"/>
                <a:ea typeface="Aptos" pitchFamily="34" charset="-122"/>
                <a:cs typeface="Aptos" pitchFamily="34" charset="-120"/>
                <a:hlinkClick r:id="rId3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https://www.cisecurity.org/cis-benchmarks</a:t>
            </a:r>
            <a:r>
              <a:rPr lang="en-US" sz="800">
                <a:solidFill>
                  <a:srgbClr val="4F53FE"/>
                </a:solidFill>
                <a:latin typeface="Aptos"/>
                <a:ea typeface="Aptos" pitchFamily="34" charset="-122"/>
                <a:cs typeface="Aptos" pitchFamily="34" charset="-120"/>
              </a:rPr>
              <a:t> </a:t>
            </a:r>
            <a:endParaRPr lang="en-US" sz="816">
              <a:solidFill>
                <a:srgbClr val="4F53FE"/>
              </a:solidFill>
            </a:endParaRPr>
          </a:p>
        </p:txBody>
      </p:sp>
      <p:sp>
        <p:nvSpPr>
          <p:cNvPr id="113" name="Text 75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177225" y="1273898"/>
            <a:ext cx="2814660" cy="1822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024"/>
              </a:lnSpc>
            </a:pPr>
            <a:r>
              <a:rPr lang="en-US" sz="1000" i="1">
                <a:solidFill>
                  <a:schemeClr val="bg1">
                    <a:lumMod val="8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Real-World Insights to Practical Automation</a:t>
            </a:r>
            <a:endParaRPr lang="en-US" sz="1000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114" name="Image 36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5104306" y="1237439"/>
            <a:ext cx="21876" cy="262507"/>
          </a:xfrm>
          <a:prstGeom prst="rect">
            <a:avLst/>
          </a:prstGeom>
        </p:spPr>
      </p:pic>
      <p:sp>
        <p:nvSpPr>
          <p:cNvPr id="115" name="Text 76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50027" y="1244730"/>
            <a:ext cx="3689683" cy="285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030"/>
              </a:lnSpc>
            </a:pPr>
            <a:r>
              <a:rPr lang="en-US" b="1">
                <a:solidFill>
                  <a:srgbClr val="D6E4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FIELD &amp; APPLIED RESEARCH</a:t>
            </a:r>
            <a:endParaRPr lang="en-US"/>
          </a:p>
        </p:txBody>
      </p:sp>
      <p:pic>
        <p:nvPicPr>
          <p:cNvPr id="116" name="Image 37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233340" y="1580157"/>
            <a:ext cx="7955426" cy="1012665"/>
          </a:xfrm>
          <a:prstGeom prst="rect">
            <a:avLst/>
          </a:prstGeom>
        </p:spPr>
      </p:pic>
      <p:grpSp>
        <p:nvGrpSpPr>
          <p:cNvPr id="133" name="Group 132">
            <a:extLst>
              <a:ext uri="{FF2B5EF4-FFF2-40B4-BE49-F238E27FC236}">
                <a16:creationId xmlns:a16="http://schemas.microsoft.com/office/drawing/2014/main" id="{F39BF189-B28F-2CA6-15A2-D85573225F4E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14441" y="2309577"/>
            <a:ext cx="6796019" cy="240632"/>
            <a:chOff x="408345" y="2236425"/>
            <a:chExt cx="6796019" cy="240632"/>
          </a:xfrm>
        </p:grpSpPr>
        <p:pic>
          <p:nvPicPr>
            <p:cNvPr id="117" name="Image 38" descr="preencoded.png"/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408345" y="2236425"/>
              <a:ext cx="240632" cy="240632"/>
            </a:xfrm>
            <a:prstGeom prst="rect">
              <a:avLst/>
            </a:prstGeom>
          </p:spPr>
        </p:pic>
        <p:sp>
          <p:nvSpPr>
            <p:cNvPr id="120" name="Text 77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80230" y="2282684"/>
              <a:ext cx="6424134" cy="175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ts val="1004"/>
                </a:lnSpc>
              </a:pPr>
              <a:r>
                <a:rPr lang="en-US" sz="1100" b="1">
                  <a:solidFill>
                    <a:srgbClr val="5164ED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Reviewed CiS official documentation and best practices</a:t>
              </a:r>
              <a:r>
                <a:rPr lang="en-US" sz="1100">
                  <a:solidFill>
                    <a:srgbClr val="6675C0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 for benchmark configuration, validation and policy compliance.</a:t>
              </a:r>
              <a:endParaRPr lang="en-US" sz="1100"/>
            </a:p>
          </p:txBody>
        </p:sp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2B8510AA-4C7D-C204-4D43-F377A48F054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14441" y="1997105"/>
            <a:ext cx="7765837" cy="233340"/>
            <a:chOff x="408345" y="1966625"/>
            <a:chExt cx="7765837" cy="233340"/>
          </a:xfrm>
        </p:grpSpPr>
        <p:pic>
          <p:nvPicPr>
            <p:cNvPr id="118" name="Image 39" descr="preencoded.png"/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408345" y="1966625"/>
              <a:ext cx="240632" cy="233340"/>
            </a:xfrm>
            <a:prstGeom prst="rect">
              <a:avLst/>
            </a:prstGeom>
          </p:spPr>
        </p:pic>
        <p:sp>
          <p:nvSpPr>
            <p:cNvPr id="121" name="Text 78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72938" y="1995793"/>
              <a:ext cx="7401244" cy="18229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ts val="1091"/>
                </a:lnSpc>
              </a:pPr>
              <a:r>
                <a:rPr lang="en-US" sz="1050">
                  <a:solidFill>
                    <a:srgbClr val="6A77C0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Collected and analyzed </a:t>
              </a:r>
              <a:r>
                <a:rPr lang="en-US" sz="1050" b="1">
                  <a:solidFill>
                    <a:srgbClr val="5566F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real-world CiS benchmark files</a:t>
              </a:r>
              <a:r>
                <a:rPr lang="en-US" sz="1050">
                  <a:solidFill>
                    <a:srgbClr val="6A77C0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 (Windows, domain, security, etc.) to map parameters and create automation rules.</a:t>
              </a:r>
              <a:endParaRPr lang="en-US" sz="1050"/>
            </a:p>
          </p:txBody>
        </p:sp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AC7FEA72-F30C-B10F-62D2-FB01F34D9020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14441" y="1690730"/>
            <a:ext cx="7459579" cy="233340"/>
            <a:chOff x="408345" y="1696826"/>
            <a:chExt cx="7459579" cy="233340"/>
          </a:xfrm>
        </p:grpSpPr>
        <p:pic>
          <p:nvPicPr>
            <p:cNvPr id="119" name="Image 40" descr="preencoded.png"/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37"/>
            <a:stretch>
              <a:fillRect/>
            </a:stretch>
          </p:blipFill>
          <p:spPr>
            <a:xfrm>
              <a:off x="408345" y="1696826"/>
              <a:ext cx="240632" cy="233340"/>
            </a:xfrm>
            <a:prstGeom prst="rect">
              <a:avLst/>
            </a:prstGeom>
          </p:spPr>
        </p:pic>
        <p:sp>
          <p:nvSpPr>
            <p:cNvPr id="122" name="Text 79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80230" y="1718702"/>
              <a:ext cx="7087694" cy="18229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ts val="1001"/>
                </a:lnSpc>
              </a:pPr>
              <a:r>
                <a:rPr lang="en-US" sz="1100" b="1">
                  <a:solidFill>
                    <a:srgbClr val="5165F2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Studied Global Procurement Organization (GPO)  </a:t>
              </a:r>
              <a:r>
                <a:rPr lang="en-US" sz="1100">
                  <a:solidFill>
                    <a:srgbClr val="6978C2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workflows in IT departments and the challenges in standardizing CIS benchmarks.</a:t>
              </a:r>
              <a:endParaRPr lang="en-US" sz="1100"/>
            </a:p>
          </p:txBody>
        </p:sp>
      </p:grpSp>
      <p:pic>
        <p:nvPicPr>
          <p:cNvPr id="123" name="Image 41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247924" y="1077018"/>
            <a:ext cx="627100" cy="554182"/>
          </a:xfrm>
          <a:prstGeom prst="rect">
            <a:avLst/>
          </a:prstGeom>
        </p:spPr>
      </p:pic>
      <p:sp>
        <p:nvSpPr>
          <p:cNvPr id="124" name="Rectangle 123">
            <a:extLst>
              <a:ext uri="{FF2B5EF4-FFF2-40B4-BE49-F238E27FC236}">
                <a16:creationId xmlns:a16="http://schemas.microsoft.com/office/drawing/2014/main" id="{0B4D52E2-27B1-95C2-7BF6-DF4924C0BAC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25" name="Title 1">
            <a:extLst>
              <a:ext uri="{FF2B5EF4-FFF2-40B4-BE49-F238E27FC236}">
                <a16:creationId xmlns:a16="http://schemas.microsoft.com/office/drawing/2014/main" id="{B7F4F14D-AE29-3819-ECD0-A042BA048AF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28320" y="206375"/>
            <a:ext cx="10972800" cy="1143000"/>
          </a:xfrm>
          <a:prstGeom prst="rect">
            <a:avLst/>
          </a:prstGeom>
        </p:spPr>
        <p:txBody>
          <a:bodyPr/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/>
            <a: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26" name="Slide Number Placeholder 5">
            <a:extLst>
              <a:ext uri="{FF2B5EF4-FFF2-40B4-BE49-F238E27FC236}">
                <a16:creationId xmlns:a16="http://schemas.microsoft.com/office/drawing/2014/main" id="{2777420E-37C8-B31D-3521-C30484FFBBC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737600" y="6492875"/>
            <a:ext cx="284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 algn="r">
              <a:defRPr/>
            </a:pPr>
            <a:fld id="{677C3CE7-23F7-4828-823C-E0205DF2CF97}" type="slidenum">
              <a:rPr lang="en-US" sz="1400" b="1" smtClean="0">
                <a:solidFill>
                  <a:prstClr val="white"/>
                </a:solidFill>
                <a:latin typeface="TradeGothic" pitchFamily="1" charset="0"/>
              </a:rPr>
              <a:pPr algn="r">
                <a:defRPr/>
              </a:pPr>
              <a:t>6</a:t>
            </a:fld>
            <a:endParaRPr lang="en-US" sz="1400" b="1">
              <a:solidFill>
                <a:prstClr val="white"/>
              </a:solidFill>
              <a:latin typeface="TradeGothic" pitchFamily="1" charset="0"/>
            </a:endParaRPr>
          </a:p>
        </p:txBody>
      </p:sp>
      <p:sp>
        <p:nvSpPr>
          <p:cNvPr id="127" name="Footer Placeholder 6">
            <a:extLst>
              <a:ext uri="{FF2B5EF4-FFF2-40B4-BE49-F238E27FC236}">
                <a16:creationId xmlns:a16="http://schemas.microsoft.com/office/drawing/2014/main" id="{7D5C27F2-B429-5B35-A374-73C037084AC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48200" y="6492875"/>
            <a:ext cx="32040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>
                <a:solidFill>
                  <a:schemeClr val="bg1"/>
                </a:solidFill>
                <a:latin typeface="TradeGothic"/>
                <a:ea typeface="+mn-ea"/>
              </a:rPr>
              <a:t>@SIH Idea submission- NEXTGEN</a:t>
            </a:r>
          </a:p>
        </p:txBody>
      </p:sp>
      <p:sp>
        <p:nvSpPr>
          <p:cNvPr id="128" name="Oval 127" descr="Your startup LOGO">
            <a:extLst>
              <a:ext uri="{FF2B5EF4-FFF2-40B4-BE49-F238E27FC236}">
                <a16:creationId xmlns:a16="http://schemas.microsoft.com/office/drawing/2014/main" id="{EBD2F3E3-BB58-CD76-06BD-BE5CAF5DC31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endParaRPr lang="en-US">
              <a:ea typeface="Calibri"/>
              <a:cs typeface="Calibri"/>
            </a:endParaRPr>
          </a:p>
        </p:txBody>
      </p:sp>
      <p:pic>
        <p:nvPicPr>
          <p:cNvPr id="129" name="Picture 128">
            <a:extLst>
              <a:ext uri="{FF2B5EF4-FFF2-40B4-BE49-F238E27FC236}">
                <a16:creationId xmlns:a16="http://schemas.microsoft.com/office/drawing/2014/main" id="{6F7506A8-C1A2-20A2-4CAF-929C3123C75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40" name="Oval 139">
            <a:extLst>
              <a:ext uri="{FF2B5EF4-FFF2-40B4-BE49-F238E27FC236}">
                <a16:creationId xmlns:a16="http://schemas.microsoft.com/office/drawing/2014/main" id="{33748F11-5AA5-1965-0892-8DBCA9B169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97829" y="2665333"/>
            <a:ext cx="546890" cy="494286"/>
          </a:xfrm>
          <a:prstGeom prst="ellipse">
            <a:avLst/>
          </a:prstGeom>
          <a:solidFill>
            <a:srgbClr val="01723C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32" name="Picture 131" descr="A blue and black logo&#10;&#10;AI-generated content may be incorrect.">
            <a:extLst>
              <a:ext uri="{FF2B5EF4-FFF2-40B4-BE49-F238E27FC236}">
                <a16:creationId xmlns:a16="http://schemas.microsoft.com/office/drawing/2014/main" id="{887D123F-E6AD-6452-FE7D-E9B57D03356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0"/>
          <a:srcRect/>
          <a:stretch>
            <a:fillRect/>
          </a:stretch>
        </p:blipFill>
        <p:spPr>
          <a:xfrm>
            <a:off x="426720" y="183481"/>
            <a:ext cx="982980" cy="953192"/>
          </a:xfrm>
          <a:prstGeom prst="rect">
            <a:avLst/>
          </a:prstGeom>
        </p:spPr>
      </p:pic>
      <p:pic>
        <p:nvPicPr>
          <p:cNvPr id="103" name="Image 32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429082" y="2750759"/>
            <a:ext cx="269799" cy="284383"/>
          </a:xfrm>
          <a:prstGeom prst="rect">
            <a:avLst/>
          </a:prstGeom>
          <a:ln>
            <a:solidFill>
              <a:srgbClr val="01723C"/>
            </a:solidFill>
          </a:ln>
        </p:spPr>
      </p:pic>
      <p:sp>
        <p:nvSpPr>
          <p:cNvPr id="21" name="Text 1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994153" y="2797898"/>
            <a:ext cx="2865704" cy="214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946"/>
              </a:lnSpc>
            </a:pPr>
            <a:r>
              <a:rPr lang="en-US" sz="1400" b="1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THESE REFERENCES MATTER</a:t>
            </a:r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144" name="Oval 143">
            <a:extLst>
              <a:ext uri="{FF2B5EF4-FFF2-40B4-BE49-F238E27FC236}">
                <a16:creationId xmlns:a16="http://schemas.microsoft.com/office/drawing/2014/main" id="{FE0E6013-D82F-737D-D157-FA40AEFD3F2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390582" y="2654633"/>
            <a:ext cx="481262" cy="478690"/>
          </a:xfrm>
          <a:prstGeom prst="ellipse">
            <a:avLst/>
          </a:prstGeom>
          <a:solidFill>
            <a:srgbClr val="5D13F6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43" name="Graphic 142" descr="Light Bulb and Gear">
            <a:extLst>
              <a:ext uri="{FF2B5EF4-FFF2-40B4-BE49-F238E27FC236}">
                <a16:creationId xmlns:a16="http://schemas.microsoft.com/office/drawing/2014/main" id="{48D444F9-E939-8D6D-D538-4425695077E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8412836" y="2680338"/>
            <a:ext cx="432000" cy="432000"/>
          </a:xfrm>
          <a:prstGeom prst="rect">
            <a:avLst/>
          </a:prstGeom>
        </p:spPr>
      </p:pic>
      <p:sp>
        <p:nvSpPr>
          <p:cNvPr id="146" name="Text 74">
            <a:extLst>
              <a:ext uri="{FF2B5EF4-FFF2-40B4-BE49-F238E27FC236}">
                <a16:creationId xmlns:a16="http://schemas.microsoft.com/office/drawing/2014/main" id="{C6B0BE9A-043F-E730-6FAF-BBBF8AD8FA9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28702" y="3758864"/>
            <a:ext cx="1976096" cy="153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IN" sz="800">
                <a:latin typeface="Aptos" panose="020B0004020202020204" pitchFamily="34" charset="0"/>
                <a:hlinkClick r:id="rId43"/>
              </a:rPr>
              <a:t>https://public.cyber.mil/stigs/</a:t>
            </a:r>
            <a:endParaRPr lang="en-US" sz="816">
              <a:solidFill>
                <a:srgbClr val="4F53FE"/>
              </a:solidFill>
              <a:latin typeface="Aptos" panose="020B0004020202020204" pitchFamily="34" charset="0"/>
            </a:endParaRPr>
          </a:p>
        </p:txBody>
      </p:sp>
      <p:pic>
        <p:nvPicPr>
          <p:cNvPr id="148" name="Image 35" descr="preencoded.png">
            <a:extLst>
              <a:ext uri="{FF2B5EF4-FFF2-40B4-BE49-F238E27FC236}">
                <a16:creationId xmlns:a16="http://schemas.microsoft.com/office/drawing/2014/main" id="{FE0F2D6D-219E-E92E-1F86-F8DDD9DE749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308479" y="3715894"/>
            <a:ext cx="189589" cy="204172"/>
          </a:xfrm>
          <a:prstGeom prst="rect">
            <a:avLst/>
          </a:prstGeom>
        </p:spPr>
      </p:pic>
      <p:pic>
        <p:nvPicPr>
          <p:cNvPr id="149" name="Image 20" descr="preencoded.png">
            <a:extLst>
              <a:ext uri="{FF2B5EF4-FFF2-40B4-BE49-F238E27FC236}">
                <a16:creationId xmlns:a16="http://schemas.microsoft.com/office/drawing/2014/main" id="{D5D74B7D-9455-518D-8821-15F03B0FB11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8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47943" y="5880616"/>
            <a:ext cx="597933" cy="182297"/>
          </a:xfrm>
          <a:prstGeom prst="rect">
            <a:avLst/>
          </a:prstGeom>
        </p:spPr>
      </p:pic>
      <p:pic>
        <p:nvPicPr>
          <p:cNvPr id="150" name="Picture 149" descr="Wireless Access Points - buy now | used, refurbished &amp; new">
            <a:extLst>
              <a:ext uri="{FF2B5EF4-FFF2-40B4-BE49-F238E27FC236}">
                <a16:creationId xmlns:a16="http://schemas.microsoft.com/office/drawing/2014/main" id="{06311879-CD02-7DD5-0CA9-E6C0983C5AC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99990" y="4974897"/>
            <a:ext cx="875962" cy="331405"/>
          </a:xfrm>
          <a:prstGeom prst="rect">
            <a:avLst/>
          </a:prstGeom>
        </p:spPr>
      </p:pic>
      <p:pic>
        <p:nvPicPr>
          <p:cNvPr id="151" name="Picture 150" descr="Cisco Logo &amp; Transparent Cisco.PNG Logo Images">
            <a:extLst>
              <a:ext uri="{FF2B5EF4-FFF2-40B4-BE49-F238E27FC236}">
                <a16:creationId xmlns:a16="http://schemas.microsoft.com/office/drawing/2014/main" id="{788F5A1F-1702-13B1-A545-CDA0FBB8F09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5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>
          <a:xfrm>
            <a:off x="892449" y="4571653"/>
            <a:ext cx="636304" cy="335385"/>
          </a:xfrm>
          <a:prstGeom prst="rect">
            <a:avLst/>
          </a:prstGeom>
        </p:spPr>
      </p:pic>
      <p:pic>
        <p:nvPicPr>
          <p:cNvPr id="153" name="Picture 152">
            <a:extLst>
              <a:ext uri="{FF2B5EF4-FFF2-40B4-BE49-F238E27FC236}">
                <a16:creationId xmlns:a16="http://schemas.microsoft.com/office/drawing/2014/main" id="{B7056519-4633-04B1-EDC7-73227ADD0E2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6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t="29388" r="4005" b="31059"/>
          <a:stretch>
            <a:fillRect/>
          </a:stretch>
        </p:blipFill>
        <p:spPr>
          <a:xfrm>
            <a:off x="977147" y="3675524"/>
            <a:ext cx="631586" cy="26023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2001</Words>
  <Application>Microsoft Office PowerPoint</Application>
  <PresentationFormat>Widescreen</PresentationFormat>
  <Paragraphs>539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Microsoft YaHei</vt:lpstr>
      <vt:lpstr>Aptos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KONNEBALRAJU</cp:lastModifiedBy>
  <cp:revision>1</cp:revision>
  <dcterms:created xsi:type="dcterms:W3CDTF">2013-12-12T18:46:50Z</dcterms:created>
  <dcterms:modified xsi:type="dcterms:W3CDTF">2026-09-12T18:08:01Z</dcterms:modified>
  <cp:category/>
</cp:coreProperties>
</file>